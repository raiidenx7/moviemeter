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5" r:id="rId6"/>
    <p:sldId id="260" r:id="rId7"/>
    <p:sldId id="267" r:id="rId8"/>
    <p:sldId id="266" r:id="rId9"/>
    <p:sldId id="261" r:id="rId10"/>
    <p:sldId id="262" r:id="rId11"/>
    <p:sldId id="263" r:id="rId12"/>
    <p:sldId id="264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F0CC22-385B-43CC-9D91-4794FF1EBBF0}" v="30" dt="2025-11-20T16:08:57.458"/>
    <p1510:client id="{B11C228C-261D-497C-B0CA-33D864AC70E3}" v="22" dt="2025-11-19T17:36:46.79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rien Walker" userId="S::dwal1641@students.vsu.edu::47bc5b70-f244-4f40-b1f1-076c4d9f0e1b" providerId="AD" clId="Web-{760AFDC9-3F23-AA3E-AD88-FA76E65A2519}"/>
    <pc:docChg chg="modSld">
      <pc:chgData name="Darien Walker" userId="S::dwal1641@students.vsu.edu::47bc5b70-f244-4f40-b1f1-076c4d9f0e1b" providerId="AD" clId="Web-{760AFDC9-3F23-AA3E-AD88-FA76E65A2519}" dt="2025-11-18T20:45:45.531" v="23"/>
      <pc:docMkLst>
        <pc:docMk/>
      </pc:docMkLst>
      <pc:sldChg chg="addSp delSp modSp mod setBg modNotes">
        <pc:chgData name="Darien Walker" userId="S::dwal1641@students.vsu.edu::47bc5b70-f244-4f40-b1f1-076c4d9f0e1b" providerId="AD" clId="Web-{760AFDC9-3F23-AA3E-AD88-FA76E65A2519}" dt="2025-11-18T20:45:45.531" v="23"/>
        <pc:sldMkLst>
          <pc:docMk/>
          <pc:sldMk cId="2387232387" sldId="265"/>
        </pc:sldMkLst>
        <pc:picChg chg="add del mod modCrop">
          <ac:chgData name="Darien Walker" userId="S::dwal1641@students.vsu.edu::47bc5b70-f244-4f40-b1f1-076c4d9f0e1b" providerId="AD" clId="Web-{760AFDC9-3F23-AA3E-AD88-FA76E65A2519}" dt="2025-11-18T20:31:54.751" v="20" actId="1076"/>
          <ac:picMkLst>
            <pc:docMk/>
            <pc:sldMk cId="2387232387" sldId="265"/>
            <ac:picMk id="5" creationId="{B3C86C18-6E9F-0DF9-1B66-1E117AA7D9B4}"/>
          </ac:picMkLst>
        </pc:picChg>
      </pc:sldChg>
    </pc:docChg>
  </pc:docChgLst>
  <pc:docChgLst>
    <pc:chgData name="Hunter T Smith" userId="85048cc5-0361-478c-b7ab-429a8b03b5c9" providerId="ADAL" clId="{EE23C152-F5A7-494E-894C-B664F80D40D8}"/>
    <pc:docChg chg="undo custSel mod addSld modSld">
      <pc:chgData name="Hunter T Smith" userId="85048cc5-0361-478c-b7ab-429a8b03b5c9" providerId="ADAL" clId="{EE23C152-F5A7-494E-894C-B664F80D40D8}" dt="2025-11-20T16:09:59.098" v="2603" actId="20577"/>
      <pc:docMkLst>
        <pc:docMk/>
      </pc:docMkLst>
      <pc:sldChg chg="addSp modSp new mod setBg addAnim">
        <pc:chgData name="Hunter T Smith" userId="85048cc5-0361-478c-b7ab-429a8b03b5c9" providerId="ADAL" clId="{EE23C152-F5A7-494E-894C-B664F80D40D8}" dt="2025-11-20T15:13:35.688" v="1359" actId="1076"/>
        <pc:sldMkLst>
          <pc:docMk/>
          <pc:sldMk cId="249124269" sldId="256"/>
        </pc:sldMkLst>
        <pc:spChg chg="mo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2" creationId="{4501A975-1F0A-263E-A896-4FD4B5522AD2}"/>
          </ac:spMkLst>
        </pc:spChg>
        <pc:spChg chg="mod">
          <ac:chgData name="Hunter T Smith" userId="85048cc5-0361-478c-b7ab-429a8b03b5c9" providerId="ADAL" clId="{EE23C152-F5A7-494E-894C-B664F80D40D8}" dt="2025-11-20T15:13:24.990" v="1353" actId="14100"/>
          <ac:spMkLst>
            <pc:docMk/>
            <pc:sldMk cId="249124269" sldId="256"/>
            <ac:spMk id="3" creationId="{28DF4B77-5B52-A1FF-EF98-1F67EB7FF96E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8" creationId="{1A3C89F8-0D2F-47FF-B903-151248265F47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10" creationId="{C5CB530E-515E-412C-9DF1-5F8FFBD6F383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12" creationId="{712D4376-A578-4FF1-94FC-245E7A6A489F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14" creationId="{AEA7509D-F04F-40CB-A0B3-EEF16499CC9F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18" creationId="{508BEF50-7B1E-49A4-BC19-5F4F1D755E64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20" creationId="{3FBAD350-5664-4811-A208-657FB882D350}"/>
          </ac:spMkLst>
        </pc:spChg>
        <pc:spChg chg="add">
          <ac:chgData name="Hunter T Smith" userId="85048cc5-0361-478c-b7ab-429a8b03b5c9" providerId="ADAL" clId="{EE23C152-F5A7-494E-894C-B664F80D40D8}" dt="2025-11-20T15:11:31.700" v="1291" actId="26606"/>
          <ac:spMkLst>
            <pc:docMk/>
            <pc:sldMk cId="249124269" sldId="256"/>
            <ac:spMk id="22" creationId="{C39ADB8F-D187-49D7-BDCF-C1B6DC727068}"/>
          </ac:spMkLst>
        </pc:spChg>
        <pc:picChg chg="add mod">
          <ac:chgData name="Hunter T Smith" userId="85048cc5-0361-478c-b7ab-429a8b03b5c9" providerId="ADAL" clId="{EE23C152-F5A7-494E-894C-B664F80D40D8}" dt="2025-11-20T15:13:24.990" v="1353" actId="14100"/>
          <ac:picMkLst>
            <pc:docMk/>
            <pc:sldMk cId="249124269" sldId="256"/>
            <ac:picMk id="1026" creationId="{6160F75C-79AF-0603-B22C-3292705A0F5F}"/>
          </ac:picMkLst>
        </pc:picChg>
        <pc:picChg chg="add mod">
          <ac:chgData name="Hunter T Smith" userId="85048cc5-0361-478c-b7ab-429a8b03b5c9" providerId="ADAL" clId="{EE23C152-F5A7-494E-894C-B664F80D40D8}" dt="2025-11-20T15:13:35.688" v="1359" actId="1076"/>
          <ac:picMkLst>
            <pc:docMk/>
            <pc:sldMk cId="249124269" sldId="256"/>
            <ac:picMk id="1028" creationId="{E4C7F075-A95C-9FBE-A471-A446D1FE1CEA}"/>
          </ac:picMkLst>
        </pc:picChg>
        <pc:cxnChg chg="add">
          <ac:chgData name="Hunter T Smith" userId="85048cc5-0361-478c-b7ab-429a8b03b5c9" providerId="ADAL" clId="{EE23C152-F5A7-494E-894C-B664F80D40D8}" dt="2025-11-20T15:11:31.700" v="1291" actId="26606"/>
          <ac:cxnSpMkLst>
            <pc:docMk/>
            <pc:sldMk cId="249124269" sldId="256"/>
            <ac:cxnSpMk id="16" creationId="{56020367-4FD5-4596-8E10-C5F095CD8DBF}"/>
          </ac:cxnSpMkLst>
        </pc:cxnChg>
      </pc:sldChg>
      <pc:sldChg chg="modSp new mod">
        <pc:chgData name="Hunter T Smith" userId="85048cc5-0361-478c-b7ab-429a8b03b5c9" providerId="ADAL" clId="{EE23C152-F5A7-494E-894C-B664F80D40D8}" dt="2025-11-12T17:25:07.272" v="118" actId="403"/>
        <pc:sldMkLst>
          <pc:docMk/>
          <pc:sldMk cId="281703575" sldId="257"/>
        </pc:sldMkLst>
        <pc:spChg chg="mod">
          <ac:chgData name="Hunter T Smith" userId="85048cc5-0361-478c-b7ab-429a8b03b5c9" providerId="ADAL" clId="{EE23C152-F5A7-494E-894C-B664F80D40D8}" dt="2025-11-12T17:22:47.052" v="53" actId="20577"/>
          <ac:spMkLst>
            <pc:docMk/>
            <pc:sldMk cId="281703575" sldId="257"/>
            <ac:spMk id="2" creationId="{11A1330E-B4B8-D538-2564-02E0258B6E3A}"/>
          </ac:spMkLst>
        </pc:spChg>
        <pc:spChg chg="mod">
          <ac:chgData name="Hunter T Smith" userId="85048cc5-0361-478c-b7ab-429a8b03b5c9" providerId="ADAL" clId="{EE23C152-F5A7-494E-894C-B664F80D40D8}" dt="2025-11-12T17:25:07.272" v="118" actId="403"/>
          <ac:spMkLst>
            <pc:docMk/>
            <pc:sldMk cId="281703575" sldId="257"/>
            <ac:spMk id="3" creationId="{33A3629A-093F-CA36-405D-3D61659E3D19}"/>
          </ac:spMkLst>
        </pc:spChg>
      </pc:sldChg>
      <pc:sldChg chg="modSp new mod">
        <pc:chgData name="Hunter T Smith" userId="85048cc5-0361-478c-b7ab-429a8b03b5c9" providerId="ADAL" clId="{EE23C152-F5A7-494E-894C-B664F80D40D8}" dt="2025-11-12T17:27:36.393" v="302" actId="20577"/>
        <pc:sldMkLst>
          <pc:docMk/>
          <pc:sldMk cId="3336757586" sldId="258"/>
        </pc:sldMkLst>
        <pc:spChg chg="mod">
          <ac:chgData name="Hunter T Smith" userId="85048cc5-0361-478c-b7ab-429a8b03b5c9" providerId="ADAL" clId="{EE23C152-F5A7-494E-894C-B664F80D40D8}" dt="2025-11-12T17:27:36.393" v="302" actId="20577"/>
          <ac:spMkLst>
            <pc:docMk/>
            <pc:sldMk cId="3336757586" sldId="258"/>
            <ac:spMk id="2" creationId="{0C200BEE-AA7C-7DDB-9C62-1085D4F6AE2C}"/>
          </ac:spMkLst>
        </pc:spChg>
        <pc:spChg chg="mod">
          <ac:chgData name="Hunter T Smith" userId="85048cc5-0361-478c-b7ab-429a8b03b5c9" providerId="ADAL" clId="{EE23C152-F5A7-494E-894C-B664F80D40D8}" dt="2025-11-12T17:24:55.984" v="116" actId="27636"/>
          <ac:spMkLst>
            <pc:docMk/>
            <pc:sldMk cId="3336757586" sldId="258"/>
            <ac:spMk id="3" creationId="{D1AA1BA2-6F57-B904-AEAE-C68A17CEB5F1}"/>
          </ac:spMkLst>
        </pc:spChg>
      </pc:sldChg>
      <pc:sldChg chg="addSp delSp modSp new mod setBg modNotesTx">
        <pc:chgData name="Hunter T Smith" userId="85048cc5-0361-478c-b7ab-429a8b03b5c9" providerId="ADAL" clId="{EE23C152-F5A7-494E-894C-B664F80D40D8}" dt="2025-11-20T15:20:01.795" v="1687" actId="20577"/>
        <pc:sldMkLst>
          <pc:docMk/>
          <pc:sldMk cId="820991900" sldId="259"/>
        </pc:sldMkLst>
        <pc:spChg chg="mod">
          <ac:chgData name="Hunter T Smith" userId="85048cc5-0361-478c-b7ab-429a8b03b5c9" providerId="ADAL" clId="{EE23C152-F5A7-494E-894C-B664F80D40D8}" dt="2025-11-20T15:14:32.962" v="1427" actId="26606"/>
          <ac:spMkLst>
            <pc:docMk/>
            <pc:sldMk cId="820991900" sldId="259"/>
            <ac:spMk id="2" creationId="{DAF3C756-8F2A-631C-50E0-E83062DB3A2D}"/>
          </ac:spMkLst>
        </pc:spChg>
        <pc:spChg chg="del mod ord">
          <ac:chgData name="Hunter T Smith" userId="85048cc5-0361-478c-b7ab-429a8b03b5c9" providerId="ADAL" clId="{EE23C152-F5A7-494E-894C-B664F80D40D8}" dt="2025-11-20T15:20:01.795" v="1687" actId="20577"/>
          <ac:spMkLst>
            <pc:docMk/>
            <pc:sldMk cId="820991900" sldId="259"/>
            <ac:spMk id="3" creationId="{6347159A-AA8B-85FF-8E38-91495F744FF1}"/>
          </ac:spMkLst>
        </pc:spChg>
        <pc:spChg chg="add del">
          <ac:chgData name="Hunter T Smith" userId="85048cc5-0361-478c-b7ab-429a8b03b5c9" providerId="ADAL" clId="{EE23C152-F5A7-494E-894C-B664F80D40D8}" dt="2025-11-20T15:14:31.133" v="1424" actId="26606"/>
          <ac:spMkLst>
            <pc:docMk/>
            <pc:sldMk cId="820991900" sldId="259"/>
            <ac:spMk id="1031" creationId="{8B3A2D1A-45FC-4F95-B150-1C13EF2F6D09}"/>
          </ac:spMkLst>
        </pc:spChg>
        <pc:spChg chg="add del">
          <ac:chgData name="Hunter T Smith" userId="85048cc5-0361-478c-b7ab-429a8b03b5c9" providerId="ADAL" clId="{EE23C152-F5A7-494E-894C-B664F80D40D8}" dt="2025-11-20T15:14:31.133" v="1424" actId="26606"/>
          <ac:spMkLst>
            <pc:docMk/>
            <pc:sldMk cId="820991900" sldId="259"/>
            <ac:spMk id="1033" creationId="{F3768FD5-DD7A-43C7-8DEA-1F5DB3CB5B95}"/>
          </ac:spMkLst>
        </pc:spChg>
        <pc:spChg chg="add del">
          <ac:chgData name="Hunter T Smith" userId="85048cc5-0361-478c-b7ab-429a8b03b5c9" providerId="ADAL" clId="{EE23C152-F5A7-494E-894C-B664F80D40D8}" dt="2025-11-20T15:14:32.953" v="1426" actId="26606"/>
          <ac:spMkLst>
            <pc:docMk/>
            <pc:sldMk cId="820991900" sldId="259"/>
            <ac:spMk id="1042" creationId="{D7A453D2-15D8-4403-815F-291FA16340D9}"/>
          </ac:spMkLst>
        </pc:spChg>
        <pc:spChg chg="add del">
          <ac:chgData name="Hunter T Smith" userId="85048cc5-0361-478c-b7ab-429a8b03b5c9" providerId="ADAL" clId="{EE23C152-F5A7-494E-894C-B664F80D40D8}" dt="2025-11-20T15:14:32.953" v="1426" actId="26606"/>
          <ac:spMkLst>
            <pc:docMk/>
            <pc:sldMk cId="820991900" sldId="259"/>
            <ac:spMk id="1043" creationId="{B8114C98-A349-4111-A123-E8EAB86ABE30}"/>
          </ac:spMkLst>
        </pc:spChg>
        <pc:spChg chg="add del">
          <ac:chgData name="Hunter T Smith" userId="85048cc5-0361-478c-b7ab-429a8b03b5c9" providerId="ADAL" clId="{EE23C152-F5A7-494E-894C-B664F80D40D8}" dt="2025-11-20T15:14:32.953" v="1426" actId="26606"/>
          <ac:spMkLst>
            <pc:docMk/>
            <pc:sldMk cId="820991900" sldId="259"/>
            <ac:spMk id="1044" creationId="{8161EA6B-09CA-445B-AB0D-8DF76FA92DEF}"/>
          </ac:spMkLst>
        </pc:spChg>
        <pc:spChg chg="add del">
          <ac:chgData name="Hunter T Smith" userId="85048cc5-0361-478c-b7ab-429a8b03b5c9" providerId="ADAL" clId="{EE23C152-F5A7-494E-894C-B664F80D40D8}" dt="2025-11-20T15:14:32.953" v="1426" actId="26606"/>
          <ac:spMkLst>
            <pc:docMk/>
            <pc:sldMk cId="820991900" sldId="259"/>
            <ac:spMk id="1057" creationId="{E2D3D3F2-ABBB-4453-B1C5-1BEBF7E4DD56}"/>
          </ac:spMkLst>
        </pc:spChg>
        <pc:grpChg chg="add del">
          <ac:chgData name="Hunter T Smith" userId="85048cc5-0361-478c-b7ab-429a8b03b5c9" providerId="ADAL" clId="{EE23C152-F5A7-494E-894C-B664F80D40D8}" dt="2025-11-20T15:14:32.953" v="1426" actId="26606"/>
          <ac:grpSpMkLst>
            <pc:docMk/>
            <pc:sldMk cId="820991900" sldId="259"/>
            <ac:grpSpMk id="1035" creationId="{1EA1DAFF-CECA-492F-BFA1-22C64956B8D9}"/>
          </ac:grpSpMkLst>
        </pc:grpChg>
        <pc:grpChg chg="add del">
          <ac:chgData name="Hunter T Smith" userId="85048cc5-0361-478c-b7ab-429a8b03b5c9" providerId="ADAL" clId="{EE23C152-F5A7-494E-894C-B664F80D40D8}" dt="2025-11-20T15:14:32.953" v="1426" actId="26606"/>
          <ac:grpSpMkLst>
            <pc:docMk/>
            <pc:sldMk cId="820991900" sldId="259"/>
            <ac:grpSpMk id="1051" creationId="{AF19A774-30A5-488B-9BAF-629C6440294E}"/>
          </ac:grpSpMkLst>
        </pc:grpChg>
        <pc:grpChg chg="add del">
          <ac:chgData name="Hunter T Smith" userId="85048cc5-0361-478c-b7ab-429a8b03b5c9" providerId="ADAL" clId="{EE23C152-F5A7-494E-894C-B664F80D40D8}" dt="2025-11-20T15:14:32.953" v="1426" actId="26606"/>
          <ac:grpSpMkLst>
            <pc:docMk/>
            <pc:sldMk cId="820991900" sldId="259"/>
            <ac:grpSpMk id="1059" creationId="{8214E4A5-A0D2-42C4-8D14-D2A7E495F041}"/>
          </ac:grpSpMkLst>
        </pc:grpChg>
        <pc:picChg chg="add mod ord">
          <ac:chgData name="Hunter T Smith" userId="85048cc5-0361-478c-b7ab-429a8b03b5c9" providerId="ADAL" clId="{EE23C152-F5A7-494E-894C-B664F80D40D8}" dt="2025-11-20T15:14:32.962" v="1427" actId="26606"/>
          <ac:picMkLst>
            <pc:docMk/>
            <pc:sldMk cId="820991900" sldId="259"/>
            <ac:picMk id="1026" creationId="{0EFD3F6E-9684-9D11-8B7A-D2E090AF12C0}"/>
          </ac:picMkLst>
        </pc:picChg>
      </pc:sldChg>
      <pc:sldChg chg="modSp new mod modNotesTx">
        <pc:chgData name="Hunter T Smith" userId="85048cc5-0361-478c-b7ab-429a8b03b5c9" providerId="ADAL" clId="{EE23C152-F5A7-494E-894C-B664F80D40D8}" dt="2025-11-20T15:58:54.442" v="1773" actId="20577"/>
        <pc:sldMkLst>
          <pc:docMk/>
          <pc:sldMk cId="581820033" sldId="260"/>
        </pc:sldMkLst>
        <pc:spChg chg="mod">
          <ac:chgData name="Hunter T Smith" userId="85048cc5-0361-478c-b7ab-429a8b03b5c9" providerId="ADAL" clId="{EE23C152-F5A7-494E-894C-B664F80D40D8}" dt="2025-11-12T17:26:23.769" v="183" actId="20577"/>
          <ac:spMkLst>
            <pc:docMk/>
            <pc:sldMk cId="581820033" sldId="260"/>
            <ac:spMk id="2" creationId="{EC12F9FC-7347-C4AA-FEA6-BE6A17550878}"/>
          </ac:spMkLst>
        </pc:spChg>
      </pc:sldChg>
      <pc:sldChg chg="modSp new mod">
        <pc:chgData name="Hunter T Smith" userId="85048cc5-0361-478c-b7ab-429a8b03b5c9" providerId="ADAL" clId="{EE23C152-F5A7-494E-894C-B664F80D40D8}" dt="2025-11-20T16:09:59.098" v="2603" actId="20577"/>
        <pc:sldMkLst>
          <pc:docMk/>
          <pc:sldMk cId="4041947008" sldId="261"/>
        </pc:sldMkLst>
        <pc:spChg chg="mod">
          <ac:chgData name="Hunter T Smith" userId="85048cc5-0361-478c-b7ab-429a8b03b5c9" providerId="ADAL" clId="{EE23C152-F5A7-494E-894C-B664F80D40D8}" dt="2025-11-12T17:26:46.190" v="213" actId="20577"/>
          <ac:spMkLst>
            <pc:docMk/>
            <pc:sldMk cId="4041947008" sldId="261"/>
            <ac:spMk id="2" creationId="{A343D473-C842-16A8-4945-58EF8098603D}"/>
          </ac:spMkLst>
        </pc:spChg>
        <pc:spChg chg="mod">
          <ac:chgData name="Hunter T Smith" userId="85048cc5-0361-478c-b7ab-429a8b03b5c9" providerId="ADAL" clId="{EE23C152-F5A7-494E-894C-B664F80D40D8}" dt="2025-11-20T16:09:59.098" v="2603" actId="20577"/>
          <ac:spMkLst>
            <pc:docMk/>
            <pc:sldMk cId="4041947008" sldId="261"/>
            <ac:spMk id="4" creationId="{9F5191A0-07CA-8920-D644-575723A6AAAE}"/>
          </ac:spMkLst>
        </pc:spChg>
      </pc:sldChg>
      <pc:sldChg chg="modSp new mod">
        <pc:chgData name="Hunter T Smith" userId="85048cc5-0361-478c-b7ab-429a8b03b5c9" providerId="ADAL" clId="{EE23C152-F5A7-494E-894C-B664F80D40D8}" dt="2025-11-18T18:16:38.538" v="1279" actId="20577"/>
        <pc:sldMkLst>
          <pc:docMk/>
          <pc:sldMk cId="2022626399" sldId="262"/>
        </pc:sldMkLst>
        <pc:spChg chg="mod">
          <ac:chgData name="Hunter T Smith" userId="85048cc5-0361-478c-b7ab-429a8b03b5c9" providerId="ADAL" clId="{EE23C152-F5A7-494E-894C-B664F80D40D8}" dt="2025-11-18T18:16:38.538" v="1279" actId="20577"/>
          <ac:spMkLst>
            <pc:docMk/>
            <pc:sldMk cId="2022626399" sldId="262"/>
            <ac:spMk id="2" creationId="{9A17184B-4937-E195-E578-C625B2AB911F}"/>
          </ac:spMkLst>
        </pc:spChg>
      </pc:sldChg>
      <pc:sldChg chg="modSp new mod">
        <pc:chgData name="Hunter T Smith" userId="85048cc5-0361-478c-b7ab-429a8b03b5c9" providerId="ADAL" clId="{EE23C152-F5A7-494E-894C-B664F80D40D8}" dt="2025-11-12T17:27:08.805" v="269" actId="20577"/>
        <pc:sldMkLst>
          <pc:docMk/>
          <pc:sldMk cId="3235235595" sldId="263"/>
        </pc:sldMkLst>
        <pc:spChg chg="mod">
          <ac:chgData name="Hunter T Smith" userId="85048cc5-0361-478c-b7ab-429a8b03b5c9" providerId="ADAL" clId="{EE23C152-F5A7-494E-894C-B664F80D40D8}" dt="2025-11-12T17:27:08.805" v="269" actId="20577"/>
          <ac:spMkLst>
            <pc:docMk/>
            <pc:sldMk cId="3235235595" sldId="263"/>
            <ac:spMk id="2" creationId="{B678E253-B61B-D448-65D1-6310696939B1}"/>
          </ac:spMkLst>
        </pc:spChg>
      </pc:sldChg>
      <pc:sldChg chg="addSp delSp modSp new mod setBg">
        <pc:chgData name="Hunter T Smith" userId="85048cc5-0361-478c-b7ab-429a8b03b5c9" providerId="ADAL" clId="{EE23C152-F5A7-494E-894C-B664F80D40D8}" dt="2025-11-18T20:05:08.743" v="1290" actId="1076"/>
        <pc:sldMkLst>
          <pc:docMk/>
          <pc:sldMk cId="4208121231" sldId="264"/>
        </pc:sldMkLst>
        <pc:spChg chg="mod ord">
          <ac:chgData name="Hunter T Smith" userId="85048cc5-0361-478c-b7ab-429a8b03b5c9" providerId="ADAL" clId="{EE23C152-F5A7-494E-894C-B664F80D40D8}" dt="2025-11-18T20:04:59.874" v="1285" actId="26606"/>
          <ac:spMkLst>
            <pc:docMk/>
            <pc:sldMk cId="4208121231" sldId="264"/>
            <ac:spMk id="2" creationId="{333DCC2F-63C6-155E-2F14-ECA88B217974}"/>
          </ac:spMkLst>
        </pc:spChg>
        <pc:spChg chg="add del mod">
          <ac:chgData name="Hunter T Smith" userId="85048cc5-0361-478c-b7ab-429a8b03b5c9" providerId="ADAL" clId="{EE23C152-F5A7-494E-894C-B664F80D40D8}" dt="2025-11-18T20:04:59.874" v="1285" actId="26606"/>
          <ac:spMkLst>
            <pc:docMk/>
            <pc:sldMk cId="4208121231" sldId="264"/>
            <ac:spMk id="3" creationId="{CA21D293-01F4-83D1-4E76-EF3B5C59F821}"/>
          </ac:spMkLst>
        </pc:spChg>
        <pc:picChg chg="add mod ord">
          <ac:chgData name="Hunter T Smith" userId="85048cc5-0361-478c-b7ab-429a8b03b5c9" providerId="ADAL" clId="{EE23C152-F5A7-494E-894C-B664F80D40D8}" dt="2025-11-18T20:05:08.743" v="1290" actId="1076"/>
          <ac:picMkLst>
            <pc:docMk/>
            <pc:sldMk cId="4208121231" sldId="264"/>
            <ac:picMk id="2050" creationId="{A87193E6-C65C-A50E-E65A-9A5F30A748AD}"/>
          </ac:picMkLst>
        </pc:picChg>
      </pc:sldChg>
      <pc:sldChg chg="addSp delSp modSp new mod setBg modNotesTx">
        <pc:chgData name="Hunter T Smith" userId="85048cc5-0361-478c-b7ab-429a8b03b5c9" providerId="ADAL" clId="{EE23C152-F5A7-494E-894C-B664F80D40D8}" dt="2025-11-20T15:55:15.932" v="1719" actId="20577"/>
        <pc:sldMkLst>
          <pc:docMk/>
          <pc:sldMk cId="2387232387" sldId="265"/>
        </pc:sldMkLst>
        <pc:spChg chg="mod">
          <ac:chgData name="Hunter T Smith" userId="85048cc5-0361-478c-b7ab-429a8b03b5c9" providerId="ADAL" clId="{EE23C152-F5A7-494E-894C-B664F80D40D8}" dt="2025-11-20T15:55:02.537" v="1688" actId="20577"/>
          <ac:spMkLst>
            <pc:docMk/>
            <pc:sldMk cId="2387232387" sldId="265"/>
            <ac:spMk id="2" creationId="{EEA7B1C0-ACBE-5B85-AD51-1025E455B671}"/>
          </ac:spMkLst>
        </pc:spChg>
        <pc:spChg chg="add">
          <ac:chgData name="Hunter T Smith" userId="85048cc5-0361-478c-b7ab-429a8b03b5c9" providerId="ADAL" clId="{EE23C152-F5A7-494E-894C-B664F80D40D8}" dt="2025-11-18T15:03:30.083" v="657" actId="26606"/>
          <ac:spMkLst>
            <pc:docMk/>
            <pc:sldMk cId="2387232387" sldId="265"/>
            <ac:spMk id="9" creationId="{C1DD1A8A-57D5-4A81-AD04-532B043C5611}"/>
          </ac:spMkLst>
        </pc:spChg>
        <pc:spChg chg="add">
          <ac:chgData name="Hunter T Smith" userId="85048cc5-0361-478c-b7ab-429a8b03b5c9" providerId="ADAL" clId="{EE23C152-F5A7-494E-894C-B664F80D40D8}" dt="2025-11-18T15:03:30.083" v="657" actId="26606"/>
          <ac:spMkLst>
            <pc:docMk/>
            <pc:sldMk cId="2387232387" sldId="265"/>
            <ac:spMk id="11" creationId="{007891EC-4501-44ED-A8C8-B11B6DB767AB}"/>
          </ac:spMkLst>
        </pc:spChg>
        <pc:picChg chg="add mod">
          <ac:chgData name="Hunter T Smith" userId="85048cc5-0361-478c-b7ab-429a8b03b5c9" providerId="ADAL" clId="{EE23C152-F5A7-494E-894C-B664F80D40D8}" dt="2025-11-18T15:03:47.973" v="661" actId="1076"/>
          <ac:picMkLst>
            <pc:docMk/>
            <pc:sldMk cId="2387232387" sldId="265"/>
            <ac:picMk id="5" creationId="{B3C86C18-6E9F-0DF9-1B66-1E117AA7D9B4}"/>
          </ac:picMkLst>
        </pc:picChg>
      </pc:sldChg>
      <pc:sldChg chg="addSp delSp modSp new mod setBg modNotesTx">
        <pc:chgData name="Hunter T Smith" userId="85048cc5-0361-478c-b7ab-429a8b03b5c9" providerId="ADAL" clId="{EE23C152-F5A7-494E-894C-B664F80D40D8}" dt="2025-11-20T16:07:16.670" v="2389" actId="20577"/>
        <pc:sldMkLst>
          <pc:docMk/>
          <pc:sldMk cId="844050267" sldId="266"/>
        </pc:sldMkLst>
        <pc:spChg chg="mod">
          <ac:chgData name="Hunter T Smith" userId="85048cc5-0361-478c-b7ab-429a8b03b5c9" providerId="ADAL" clId="{EE23C152-F5A7-494E-894C-B664F80D40D8}" dt="2025-11-20T16:07:16.670" v="2389" actId="20577"/>
          <ac:spMkLst>
            <pc:docMk/>
            <pc:sldMk cId="844050267" sldId="266"/>
            <ac:spMk id="2" creationId="{D3F38EFC-D39D-9AD2-7227-26B31AA23308}"/>
          </ac:spMkLst>
        </pc:spChg>
        <pc:spChg chg="del mod">
          <ac:chgData name="Hunter T Smith" userId="85048cc5-0361-478c-b7ab-429a8b03b5c9" providerId="ADAL" clId="{EE23C152-F5A7-494E-894C-B664F80D40D8}" dt="2025-11-20T16:06:55.167" v="2362" actId="26606"/>
          <ac:spMkLst>
            <pc:docMk/>
            <pc:sldMk cId="844050267" sldId="266"/>
            <ac:spMk id="3" creationId="{C1A7868B-4A67-5DE6-A078-C407C7B20D39}"/>
          </ac:spMkLst>
        </pc:spChg>
        <pc:spChg chg="add">
          <ac:chgData name="Hunter T Smith" userId="85048cc5-0361-478c-b7ab-429a8b03b5c9" providerId="ADAL" clId="{EE23C152-F5A7-494E-894C-B664F80D40D8}" dt="2025-11-20T16:06:55.167" v="2362" actId="26606"/>
          <ac:spMkLst>
            <pc:docMk/>
            <pc:sldMk cId="844050267" sldId="266"/>
            <ac:spMk id="10" creationId="{B50AB553-2A96-4A92-96F2-93548E096954}"/>
          </ac:spMkLst>
        </pc:spChg>
        <pc:graphicFrameChg chg="add">
          <ac:chgData name="Hunter T Smith" userId="85048cc5-0361-478c-b7ab-429a8b03b5c9" providerId="ADAL" clId="{EE23C152-F5A7-494E-894C-B664F80D40D8}" dt="2025-11-20T16:06:55.167" v="2362" actId="26606"/>
          <ac:graphicFrameMkLst>
            <pc:docMk/>
            <pc:sldMk cId="844050267" sldId="266"/>
            <ac:graphicFrameMk id="5" creationId="{F62BFF23-2D5E-2174-BD64-3EA000B56E3E}"/>
          </ac:graphicFrameMkLst>
        </pc:graphicFrameChg>
        <pc:picChg chg="add mod">
          <ac:chgData name="Hunter T Smith" userId="85048cc5-0361-478c-b7ab-429a8b03b5c9" providerId="ADAL" clId="{EE23C152-F5A7-494E-894C-B664F80D40D8}" dt="2025-11-20T16:07:01.116" v="2363" actId="27614"/>
          <ac:picMkLst>
            <pc:docMk/>
            <pc:sldMk cId="844050267" sldId="266"/>
            <ac:picMk id="6" creationId="{3A46B340-43DF-144D-EB99-472EE2195235}"/>
          </ac:picMkLst>
        </pc:picChg>
      </pc:sldChg>
      <pc:sldChg chg="modSp new mod">
        <pc:chgData name="Hunter T Smith" userId="85048cc5-0361-478c-b7ab-429a8b03b5c9" providerId="ADAL" clId="{EE23C152-F5A7-494E-894C-B664F80D40D8}" dt="2025-11-20T16:00:17.333" v="1799" actId="20577"/>
        <pc:sldMkLst>
          <pc:docMk/>
          <pc:sldMk cId="2935566832" sldId="267"/>
        </pc:sldMkLst>
        <pc:spChg chg="mod">
          <ac:chgData name="Hunter T Smith" userId="85048cc5-0361-478c-b7ab-429a8b03b5c9" providerId="ADAL" clId="{EE23C152-F5A7-494E-894C-B664F80D40D8}" dt="2025-11-20T15:59:55.307" v="1781" actId="20577"/>
          <ac:spMkLst>
            <pc:docMk/>
            <pc:sldMk cId="2935566832" sldId="267"/>
            <ac:spMk id="2" creationId="{B02BD2C1-A5D1-8E12-153C-580D249338E2}"/>
          </ac:spMkLst>
        </pc:spChg>
        <pc:spChg chg="mod">
          <ac:chgData name="Hunter T Smith" userId="85048cc5-0361-478c-b7ab-429a8b03b5c9" providerId="ADAL" clId="{EE23C152-F5A7-494E-894C-B664F80D40D8}" dt="2025-11-20T16:00:17.333" v="1799" actId="20577"/>
          <ac:spMkLst>
            <pc:docMk/>
            <pc:sldMk cId="2935566832" sldId="267"/>
            <ac:spMk id="3" creationId="{AEDF5BFD-E5AD-4DF2-937C-1F7E0DB073E0}"/>
          </ac:spMkLst>
        </pc:spChg>
      </pc:sldChg>
    </pc:docChg>
  </pc:docChgLst>
  <pc:docChgLst>
    <pc:chgData name="Darien Walker" userId="47bc5b70-f244-4f40-b1f1-076c4d9f0e1b" providerId="ADAL" clId="{9095B452-EC19-4458-B93A-FBCB7805DC5B}"/>
    <pc:docChg chg="custSel modSld">
      <pc:chgData name="Darien Walker" userId="47bc5b70-f244-4f40-b1f1-076c4d9f0e1b" providerId="ADAL" clId="{9095B452-EC19-4458-B93A-FBCB7805DC5B}" dt="2025-11-19T17:36:46.791" v="56" actId="20577"/>
      <pc:docMkLst>
        <pc:docMk/>
      </pc:docMkLst>
      <pc:sldChg chg="addSp delSp modSp mod">
        <pc:chgData name="Darien Walker" userId="47bc5b70-f244-4f40-b1f1-076c4d9f0e1b" providerId="ADAL" clId="{9095B452-EC19-4458-B93A-FBCB7805DC5B}" dt="2025-11-19T05:02:09.702" v="36" actId="20577"/>
        <pc:sldMkLst>
          <pc:docMk/>
          <pc:sldMk cId="581820033" sldId="260"/>
        </pc:sldMkLst>
        <pc:spChg chg="mod">
          <ac:chgData name="Darien Walker" userId="47bc5b70-f244-4f40-b1f1-076c4d9f0e1b" providerId="ADAL" clId="{9095B452-EC19-4458-B93A-FBCB7805DC5B}" dt="2025-11-19T05:02:09.702" v="36" actId="20577"/>
          <ac:spMkLst>
            <pc:docMk/>
            <pc:sldMk cId="581820033" sldId="260"/>
            <ac:spMk id="3" creationId="{8C2ADA0D-3EF2-7A88-6311-1F3D1564B422}"/>
          </ac:spMkLst>
        </pc:spChg>
        <pc:spChg chg="add del mod">
          <ac:chgData name="Darien Walker" userId="47bc5b70-f244-4f40-b1f1-076c4d9f0e1b" providerId="ADAL" clId="{9095B452-EC19-4458-B93A-FBCB7805DC5B}" dt="2025-11-19T05:01:09.658" v="6"/>
          <ac:spMkLst>
            <pc:docMk/>
            <pc:sldMk cId="581820033" sldId="260"/>
            <ac:spMk id="4" creationId="{FD8D7760-2D14-A4BD-DB71-D7442AA7CEC0}"/>
          </ac:spMkLst>
        </pc:spChg>
      </pc:sldChg>
      <pc:sldChg chg="addSp delSp modSp mod">
        <pc:chgData name="Darien Walker" userId="47bc5b70-f244-4f40-b1f1-076c4d9f0e1b" providerId="ADAL" clId="{9095B452-EC19-4458-B93A-FBCB7805DC5B}" dt="2025-11-19T17:36:46.791" v="56" actId="20577"/>
        <pc:sldMkLst>
          <pc:docMk/>
          <pc:sldMk cId="4041947008" sldId="261"/>
        </pc:sldMkLst>
        <pc:spChg chg="del">
          <ac:chgData name="Darien Walker" userId="47bc5b70-f244-4f40-b1f1-076c4d9f0e1b" providerId="ADAL" clId="{9095B452-EC19-4458-B93A-FBCB7805DC5B}" dt="2025-11-19T17:34:12.771" v="37"/>
          <ac:spMkLst>
            <pc:docMk/>
            <pc:sldMk cId="4041947008" sldId="261"/>
            <ac:spMk id="3" creationId="{01D99C7A-B5F3-BF16-461E-0A715D3C58FF}"/>
          </ac:spMkLst>
        </pc:spChg>
        <pc:spChg chg="add mod">
          <ac:chgData name="Darien Walker" userId="47bc5b70-f244-4f40-b1f1-076c4d9f0e1b" providerId="ADAL" clId="{9095B452-EC19-4458-B93A-FBCB7805DC5B}" dt="2025-11-19T17:36:46.791" v="56" actId="20577"/>
          <ac:spMkLst>
            <pc:docMk/>
            <pc:sldMk cId="4041947008" sldId="261"/>
            <ac:spMk id="4" creationId="{9F5191A0-07CA-8920-D644-575723A6AAAE}"/>
          </ac:spMkLst>
        </pc:spChg>
      </pc:sldChg>
    </pc:docChg>
  </pc:docChgLst>
  <pc:docChgLst>
    <pc:chgData name="Darien Walker" userId="S::dwal1641@students.vsu.edu::47bc5b70-f244-4f40-b1f1-076c4d9f0e1b" providerId="AD" clId="Web-{7459BD68-0644-0DD8-2394-A682AB2946B9}"/>
    <pc:docChg chg="modSld">
      <pc:chgData name="Darien Walker" userId="S::dwal1641@students.vsu.edu::47bc5b70-f244-4f40-b1f1-076c4d9f0e1b" providerId="AD" clId="Web-{7459BD68-0644-0DD8-2394-A682AB2946B9}" dt="2025-11-17T21:41:35.751" v="50" actId="20577"/>
      <pc:docMkLst>
        <pc:docMk/>
      </pc:docMkLst>
      <pc:sldChg chg="modSp">
        <pc:chgData name="Darien Walker" userId="S::dwal1641@students.vsu.edu::47bc5b70-f244-4f40-b1f1-076c4d9f0e1b" providerId="AD" clId="Web-{7459BD68-0644-0DD8-2394-A682AB2946B9}" dt="2025-11-17T21:40:18.766" v="36" actId="20577"/>
        <pc:sldMkLst>
          <pc:docMk/>
          <pc:sldMk cId="820991900" sldId="259"/>
        </pc:sldMkLst>
        <pc:spChg chg="mod">
          <ac:chgData name="Darien Walker" userId="S::dwal1641@students.vsu.edu::47bc5b70-f244-4f40-b1f1-076c4d9f0e1b" providerId="AD" clId="Web-{7459BD68-0644-0DD8-2394-A682AB2946B9}" dt="2025-11-17T21:36:13.578" v="10" actId="20577"/>
          <ac:spMkLst>
            <pc:docMk/>
            <pc:sldMk cId="820991900" sldId="259"/>
            <ac:spMk id="2" creationId="{DAF3C756-8F2A-631C-50E0-E83062DB3A2D}"/>
          </ac:spMkLst>
        </pc:spChg>
        <pc:spChg chg="mod">
          <ac:chgData name="Darien Walker" userId="S::dwal1641@students.vsu.edu::47bc5b70-f244-4f40-b1f1-076c4d9f0e1b" providerId="AD" clId="Web-{7459BD68-0644-0DD8-2394-A682AB2946B9}" dt="2025-11-17T21:40:18.766" v="36" actId="20577"/>
          <ac:spMkLst>
            <pc:docMk/>
            <pc:sldMk cId="820991900" sldId="259"/>
            <ac:spMk id="3" creationId="{6347159A-AA8B-85FF-8E38-91495F744FF1}"/>
          </ac:spMkLst>
        </pc:spChg>
      </pc:sldChg>
      <pc:sldChg chg="modSp">
        <pc:chgData name="Darien Walker" userId="S::dwal1641@students.vsu.edu::47bc5b70-f244-4f40-b1f1-076c4d9f0e1b" providerId="AD" clId="Web-{7459BD68-0644-0DD8-2394-A682AB2946B9}" dt="2025-11-17T21:41:35.751" v="50" actId="20577"/>
        <pc:sldMkLst>
          <pc:docMk/>
          <pc:sldMk cId="581820033" sldId="260"/>
        </pc:sldMkLst>
        <pc:spChg chg="mod">
          <ac:chgData name="Darien Walker" userId="S::dwal1641@students.vsu.edu::47bc5b70-f244-4f40-b1f1-076c4d9f0e1b" providerId="AD" clId="Web-{7459BD68-0644-0DD8-2394-A682AB2946B9}" dt="2025-11-17T21:41:35.751" v="50" actId="20577"/>
          <ac:spMkLst>
            <pc:docMk/>
            <pc:sldMk cId="581820033" sldId="260"/>
            <ac:spMk id="3" creationId="{8C2ADA0D-3EF2-7A88-6311-1F3D1564B422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8E22C6A-C9C8-47A2-B427-45C7C3096D5F}" type="doc">
      <dgm:prSet loTypeId="urn:microsoft.com/office/officeart/2016/7/layout/RepeatingBendingProcessNew" loCatId="process" qsTypeId="urn:microsoft.com/office/officeart/2005/8/quickstyle/simple4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7A2CEF69-6518-4E0D-9C51-C55ED50E65D5}">
      <dgm:prSet/>
      <dgm:spPr/>
      <dgm:t>
        <a:bodyPr/>
        <a:lstStyle/>
        <a:p>
          <a:r>
            <a:rPr lang="en-US"/>
            <a:t>1. Loads environment and connects to Supabase</a:t>
          </a:r>
        </a:p>
      </dgm:t>
    </dgm:pt>
    <dgm:pt modelId="{AFD6BA1D-A22E-4E1C-9236-D403BC90564A}" type="parTrans" cxnId="{E27FDA69-5A5E-4934-AE31-B65A7343ECB9}">
      <dgm:prSet/>
      <dgm:spPr/>
      <dgm:t>
        <a:bodyPr/>
        <a:lstStyle/>
        <a:p>
          <a:endParaRPr lang="en-US"/>
        </a:p>
      </dgm:t>
    </dgm:pt>
    <dgm:pt modelId="{DE8467D8-281F-4757-8425-16660D1CF697}" type="sibTrans" cxnId="{E27FDA69-5A5E-4934-AE31-B65A7343ECB9}">
      <dgm:prSet/>
      <dgm:spPr/>
      <dgm:t>
        <a:bodyPr/>
        <a:lstStyle/>
        <a:p>
          <a:endParaRPr lang="en-US"/>
        </a:p>
      </dgm:t>
    </dgm:pt>
    <dgm:pt modelId="{3D06AC74-184E-46E5-83FA-A9C288C31B9D}">
      <dgm:prSet/>
      <dgm:spPr/>
      <dgm:t>
        <a:bodyPr/>
        <a:lstStyle/>
        <a:p>
          <a:r>
            <a:rPr lang="en-US"/>
            <a:t>2. Fetch users’ liked movies from DB</a:t>
          </a:r>
        </a:p>
      </dgm:t>
    </dgm:pt>
    <dgm:pt modelId="{9100E9A3-2896-4452-A22C-5643F1F6AB2C}" type="parTrans" cxnId="{28C346DC-1B22-4F5B-AF85-D9C2B0B19D66}">
      <dgm:prSet/>
      <dgm:spPr/>
      <dgm:t>
        <a:bodyPr/>
        <a:lstStyle/>
        <a:p>
          <a:endParaRPr lang="en-US"/>
        </a:p>
      </dgm:t>
    </dgm:pt>
    <dgm:pt modelId="{AEBABC21-6386-4E89-A4A2-C3CDE8090661}" type="sibTrans" cxnId="{28C346DC-1B22-4F5B-AF85-D9C2B0B19D66}">
      <dgm:prSet/>
      <dgm:spPr/>
      <dgm:t>
        <a:bodyPr/>
        <a:lstStyle/>
        <a:p>
          <a:endParaRPr lang="en-US"/>
        </a:p>
      </dgm:t>
    </dgm:pt>
    <dgm:pt modelId="{79DCC88E-0E2A-4BBB-B160-F43C1AFC2B24}">
      <dgm:prSet/>
      <dgm:spPr/>
      <dgm:t>
        <a:bodyPr/>
        <a:lstStyle/>
        <a:p>
          <a:r>
            <a:rPr lang="en-US"/>
            <a:t>3. Converts likes into ratings dataframe</a:t>
          </a:r>
        </a:p>
      </dgm:t>
    </dgm:pt>
    <dgm:pt modelId="{3AD15674-E1D6-4622-8849-AE35D473833A}" type="parTrans" cxnId="{10848FEF-19EB-4654-8562-353B28090D0C}">
      <dgm:prSet/>
      <dgm:spPr/>
      <dgm:t>
        <a:bodyPr/>
        <a:lstStyle/>
        <a:p>
          <a:endParaRPr lang="en-US"/>
        </a:p>
      </dgm:t>
    </dgm:pt>
    <dgm:pt modelId="{FBE096FF-8157-41F7-AB30-B34A309EA1EE}" type="sibTrans" cxnId="{10848FEF-19EB-4654-8562-353B28090D0C}">
      <dgm:prSet/>
      <dgm:spPr/>
      <dgm:t>
        <a:bodyPr/>
        <a:lstStyle/>
        <a:p>
          <a:endParaRPr lang="en-US"/>
        </a:p>
      </dgm:t>
    </dgm:pt>
    <dgm:pt modelId="{71A2C6B6-E57F-461D-861E-83A0AF16ADB4}">
      <dgm:prSet/>
      <dgm:spPr/>
      <dgm:t>
        <a:bodyPr/>
        <a:lstStyle/>
        <a:p>
          <a:r>
            <a:rPr lang="en-US"/>
            <a:t>4. Builds a Surprise Dataset</a:t>
          </a:r>
        </a:p>
      </dgm:t>
    </dgm:pt>
    <dgm:pt modelId="{52C5A687-80E9-4750-90E3-0AF3939CA16E}" type="parTrans" cxnId="{80911D9E-29AB-4604-923C-419D41AFF1C8}">
      <dgm:prSet/>
      <dgm:spPr/>
      <dgm:t>
        <a:bodyPr/>
        <a:lstStyle/>
        <a:p>
          <a:endParaRPr lang="en-US"/>
        </a:p>
      </dgm:t>
    </dgm:pt>
    <dgm:pt modelId="{0E508872-6C6C-4D94-8980-787A54612E94}" type="sibTrans" cxnId="{80911D9E-29AB-4604-923C-419D41AFF1C8}">
      <dgm:prSet/>
      <dgm:spPr/>
      <dgm:t>
        <a:bodyPr/>
        <a:lstStyle/>
        <a:p>
          <a:endParaRPr lang="en-US"/>
        </a:p>
      </dgm:t>
    </dgm:pt>
    <dgm:pt modelId="{546142C2-352F-40D0-A8F5-716CACBE9D9A}">
      <dgm:prSet/>
      <dgm:spPr/>
      <dgm:t>
        <a:bodyPr/>
        <a:lstStyle/>
        <a:p>
          <a:r>
            <a:rPr lang="en-US"/>
            <a:t>5. Train on SVD model (Learns latent vector per user and per movie)</a:t>
          </a:r>
        </a:p>
      </dgm:t>
    </dgm:pt>
    <dgm:pt modelId="{64EDE2B9-2F81-4E32-9E5C-9FE7950D7EF8}" type="parTrans" cxnId="{C08A552E-F1F6-440E-87A8-543F070B203D}">
      <dgm:prSet/>
      <dgm:spPr/>
      <dgm:t>
        <a:bodyPr/>
        <a:lstStyle/>
        <a:p>
          <a:endParaRPr lang="en-US"/>
        </a:p>
      </dgm:t>
    </dgm:pt>
    <dgm:pt modelId="{B887885C-BBB3-404A-82FC-7FC5F4BA4776}" type="sibTrans" cxnId="{C08A552E-F1F6-440E-87A8-543F070B203D}">
      <dgm:prSet/>
      <dgm:spPr/>
      <dgm:t>
        <a:bodyPr/>
        <a:lstStyle/>
        <a:p>
          <a:endParaRPr lang="en-US"/>
        </a:p>
      </dgm:t>
    </dgm:pt>
    <dgm:pt modelId="{119027F8-33B3-4263-9886-E2C535922987}">
      <dgm:prSet/>
      <dgm:spPr/>
      <dgm:t>
        <a:bodyPr/>
        <a:lstStyle/>
        <a:p>
          <a:r>
            <a:rPr lang="en-US"/>
            <a:t>6. Fetch Thousands of movies from TMDB</a:t>
          </a:r>
        </a:p>
      </dgm:t>
    </dgm:pt>
    <dgm:pt modelId="{44F7AA07-9213-4266-A9F8-263B7C8A1C92}" type="parTrans" cxnId="{FD860FCA-E600-494B-BAF4-582EE1770F9E}">
      <dgm:prSet/>
      <dgm:spPr/>
      <dgm:t>
        <a:bodyPr/>
        <a:lstStyle/>
        <a:p>
          <a:endParaRPr lang="en-US"/>
        </a:p>
      </dgm:t>
    </dgm:pt>
    <dgm:pt modelId="{E7EA5FB3-93D7-4FD1-AB1B-C589A572A7E8}" type="sibTrans" cxnId="{FD860FCA-E600-494B-BAF4-582EE1770F9E}">
      <dgm:prSet/>
      <dgm:spPr/>
      <dgm:t>
        <a:bodyPr/>
        <a:lstStyle/>
        <a:p>
          <a:endParaRPr lang="en-US"/>
        </a:p>
      </dgm:t>
    </dgm:pt>
    <dgm:pt modelId="{860EEE9F-48FA-4B79-80E7-4D318C6F5FC1}">
      <dgm:prSet/>
      <dgm:spPr/>
      <dgm:t>
        <a:bodyPr/>
        <a:lstStyle/>
        <a:p>
          <a:r>
            <a:rPr lang="en-US"/>
            <a:t>7. Build clean TMDB movie log</a:t>
          </a:r>
        </a:p>
      </dgm:t>
    </dgm:pt>
    <dgm:pt modelId="{B0EEED33-8C0E-4DA7-9514-E7BD7BE12EA7}" type="parTrans" cxnId="{4D788771-6984-455E-96D9-64C6A84A697F}">
      <dgm:prSet/>
      <dgm:spPr/>
      <dgm:t>
        <a:bodyPr/>
        <a:lstStyle/>
        <a:p>
          <a:endParaRPr lang="en-US"/>
        </a:p>
      </dgm:t>
    </dgm:pt>
    <dgm:pt modelId="{3C46767C-CD5F-4BE9-BC21-E03C13D97EE5}" type="sibTrans" cxnId="{4D788771-6984-455E-96D9-64C6A84A697F}">
      <dgm:prSet/>
      <dgm:spPr/>
      <dgm:t>
        <a:bodyPr/>
        <a:lstStyle/>
        <a:p>
          <a:endParaRPr lang="en-US"/>
        </a:p>
      </dgm:t>
    </dgm:pt>
    <dgm:pt modelId="{BEFA47A1-9878-4871-BD2C-21BF353CA539}">
      <dgm:prSet/>
      <dgm:spPr/>
      <dgm:t>
        <a:bodyPr/>
        <a:lstStyle/>
        <a:p>
          <a:r>
            <a:rPr lang="en-US"/>
            <a:t>8. Extract users’ favorite genres</a:t>
          </a:r>
        </a:p>
      </dgm:t>
    </dgm:pt>
    <dgm:pt modelId="{1887D4E2-168B-4D74-A835-330CA9304F56}" type="parTrans" cxnId="{A079E98A-1525-4524-866B-EA6DE3CEA1B4}">
      <dgm:prSet/>
      <dgm:spPr/>
      <dgm:t>
        <a:bodyPr/>
        <a:lstStyle/>
        <a:p>
          <a:endParaRPr lang="en-US"/>
        </a:p>
      </dgm:t>
    </dgm:pt>
    <dgm:pt modelId="{8FFCD03A-4F25-4458-AFB7-659290535718}" type="sibTrans" cxnId="{A079E98A-1525-4524-866B-EA6DE3CEA1B4}">
      <dgm:prSet/>
      <dgm:spPr/>
      <dgm:t>
        <a:bodyPr/>
        <a:lstStyle/>
        <a:p>
          <a:endParaRPr lang="en-US"/>
        </a:p>
      </dgm:t>
    </dgm:pt>
    <dgm:pt modelId="{2684ACDA-F483-4CD5-A62F-0EE4489AFB71}">
      <dgm:prSet/>
      <dgm:spPr/>
      <dgm:t>
        <a:bodyPr/>
        <a:lstStyle/>
        <a:p>
          <a:r>
            <a:rPr lang="en-US"/>
            <a:t>9. Score every movie for every user</a:t>
          </a:r>
        </a:p>
      </dgm:t>
    </dgm:pt>
    <dgm:pt modelId="{0FF654EE-9170-4D29-8394-BEFF069461B7}" type="parTrans" cxnId="{8F696530-A455-439E-B9AA-42A0A00F5C9B}">
      <dgm:prSet/>
      <dgm:spPr/>
      <dgm:t>
        <a:bodyPr/>
        <a:lstStyle/>
        <a:p>
          <a:endParaRPr lang="en-US"/>
        </a:p>
      </dgm:t>
    </dgm:pt>
    <dgm:pt modelId="{E1582C40-D4D5-42D2-AB53-A45413C44952}" type="sibTrans" cxnId="{8F696530-A455-439E-B9AA-42A0A00F5C9B}">
      <dgm:prSet/>
      <dgm:spPr/>
      <dgm:t>
        <a:bodyPr/>
        <a:lstStyle/>
        <a:p>
          <a:endParaRPr lang="en-US"/>
        </a:p>
      </dgm:t>
    </dgm:pt>
    <dgm:pt modelId="{E5D08BEE-6AF8-409C-ACF9-DE9CBC7003E5}">
      <dgm:prSet/>
      <dgm:spPr/>
      <dgm:t>
        <a:bodyPr/>
        <a:lstStyle/>
        <a:p>
          <a:r>
            <a:rPr lang="en-US"/>
            <a:t>10. Pick top 20 movies for each user</a:t>
          </a:r>
        </a:p>
      </dgm:t>
    </dgm:pt>
    <dgm:pt modelId="{02D7E31A-2F6B-4719-9303-993E0E227826}" type="parTrans" cxnId="{09172282-C5B1-4B49-B7B2-3A9A727CE39D}">
      <dgm:prSet/>
      <dgm:spPr/>
      <dgm:t>
        <a:bodyPr/>
        <a:lstStyle/>
        <a:p>
          <a:endParaRPr lang="en-US"/>
        </a:p>
      </dgm:t>
    </dgm:pt>
    <dgm:pt modelId="{5C8E77B0-D03E-4570-ACA2-2DBD2EA9C9D9}" type="sibTrans" cxnId="{09172282-C5B1-4B49-B7B2-3A9A727CE39D}">
      <dgm:prSet/>
      <dgm:spPr/>
      <dgm:t>
        <a:bodyPr/>
        <a:lstStyle/>
        <a:p>
          <a:endParaRPr lang="en-US"/>
        </a:p>
      </dgm:t>
    </dgm:pt>
    <dgm:pt modelId="{34653FBB-0109-4B8F-AE7D-93970DEA8737}">
      <dgm:prSet/>
      <dgm:spPr/>
      <dgm:t>
        <a:bodyPr/>
        <a:lstStyle/>
        <a:p>
          <a:r>
            <a:rPr lang="en-US"/>
            <a:t>11. Deduplicates </a:t>
          </a:r>
        </a:p>
      </dgm:t>
    </dgm:pt>
    <dgm:pt modelId="{BFE0D709-71F4-465E-A4B4-383B5FFBAB02}" type="parTrans" cxnId="{0F19FD31-75C3-4D42-8A0E-80C79B74CFDB}">
      <dgm:prSet/>
      <dgm:spPr/>
      <dgm:t>
        <a:bodyPr/>
        <a:lstStyle/>
        <a:p>
          <a:endParaRPr lang="en-US"/>
        </a:p>
      </dgm:t>
    </dgm:pt>
    <dgm:pt modelId="{A97A7B2C-ACC9-4AFC-92AD-43B1BEF7EF5B}" type="sibTrans" cxnId="{0F19FD31-75C3-4D42-8A0E-80C79B74CFDB}">
      <dgm:prSet/>
      <dgm:spPr/>
      <dgm:t>
        <a:bodyPr/>
        <a:lstStyle/>
        <a:p>
          <a:endParaRPr lang="en-US"/>
        </a:p>
      </dgm:t>
    </dgm:pt>
    <dgm:pt modelId="{C5BB2273-90B2-44E7-A61B-2AA515501F9E}">
      <dgm:prSet/>
      <dgm:spPr/>
      <dgm:t>
        <a:bodyPr/>
        <a:lstStyle/>
        <a:p>
          <a:r>
            <a:rPr lang="en-US"/>
            <a:t>12. Deletes Old Recommendations </a:t>
          </a:r>
        </a:p>
      </dgm:t>
    </dgm:pt>
    <dgm:pt modelId="{575BFA81-A68C-4A44-BEA7-6046C4251136}" type="parTrans" cxnId="{011819D4-0834-4D72-8874-D86E23CDF9F1}">
      <dgm:prSet/>
      <dgm:spPr/>
      <dgm:t>
        <a:bodyPr/>
        <a:lstStyle/>
        <a:p>
          <a:endParaRPr lang="en-US"/>
        </a:p>
      </dgm:t>
    </dgm:pt>
    <dgm:pt modelId="{4607BBDB-9C00-435A-9360-2E191556060C}" type="sibTrans" cxnId="{011819D4-0834-4D72-8874-D86E23CDF9F1}">
      <dgm:prSet/>
      <dgm:spPr/>
      <dgm:t>
        <a:bodyPr/>
        <a:lstStyle/>
        <a:p>
          <a:endParaRPr lang="en-US"/>
        </a:p>
      </dgm:t>
    </dgm:pt>
    <dgm:pt modelId="{12581B9C-8BF4-45DD-B669-EF0A32AAB690}">
      <dgm:prSet/>
      <dgm:spPr/>
      <dgm:t>
        <a:bodyPr/>
        <a:lstStyle/>
        <a:p>
          <a:r>
            <a:rPr lang="en-US"/>
            <a:t>13. Upload New Recommendations	</a:t>
          </a:r>
        </a:p>
      </dgm:t>
    </dgm:pt>
    <dgm:pt modelId="{93FAE9F9-5D95-4876-936F-52E3F43D721F}" type="parTrans" cxnId="{949C65AF-248F-4A31-BA3B-95C84D226726}">
      <dgm:prSet/>
      <dgm:spPr/>
      <dgm:t>
        <a:bodyPr/>
        <a:lstStyle/>
        <a:p>
          <a:endParaRPr lang="en-US"/>
        </a:p>
      </dgm:t>
    </dgm:pt>
    <dgm:pt modelId="{B2C193C7-1B74-4903-8809-7CACC6635713}" type="sibTrans" cxnId="{949C65AF-248F-4A31-BA3B-95C84D226726}">
      <dgm:prSet/>
      <dgm:spPr/>
      <dgm:t>
        <a:bodyPr/>
        <a:lstStyle/>
        <a:p>
          <a:endParaRPr lang="en-US"/>
        </a:p>
      </dgm:t>
    </dgm:pt>
    <dgm:pt modelId="{FCA7000F-FC00-4B1D-A486-C81A03167018}" type="pres">
      <dgm:prSet presAssocID="{F8E22C6A-C9C8-47A2-B427-45C7C3096D5F}" presName="Name0" presStyleCnt="0">
        <dgm:presLayoutVars>
          <dgm:dir/>
          <dgm:resizeHandles val="exact"/>
        </dgm:presLayoutVars>
      </dgm:prSet>
      <dgm:spPr/>
    </dgm:pt>
    <dgm:pt modelId="{D7DF8E58-B28E-48AE-8EDE-43809AD534A5}" type="pres">
      <dgm:prSet presAssocID="{7A2CEF69-6518-4E0D-9C51-C55ED50E65D5}" presName="node" presStyleLbl="node1" presStyleIdx="0" presStyleCnt="13">
        <dgm:presLayoutVars>
          <dgm:bulletEnabled val="1"/>
        </dgm:presLayoutVars>
      </dgm:prSet>
      <dgm:spPr/>
    </dgm:pt>
    <dgm:pt modelId="{86715622-F548-426D-82F9-ED5B66B9AFB5}" type="pres">
      <dgm:prSet presAssocID="{DE8467D8-281F-4757-8425-16660D1CF697}" presName="sibTrans" presStyleLbl="sibTrans1D1" presStyleIdx="0" presStyleCnt="12"/>
      <dgm:spPr/>
    </dgm:pt>
    <dgm:pt modelId="{7C7ED0D8-2630-44F1-9553-2DA72971335C}" type="pres">
      <dgm:prSet presAssocID="{DE8467D8-281F-4757-8425-16660D1CF697}" presName="connectorText" presStyleLbl="sibTrans1D1" presStyleIdx="0" presStyleCnt="12"/>
      <dgm:spPr/>
    </dgm:pt>
    <dgm:pt modelId="{C066B87A-F97D-411F-A9C7-F085E6977524}" type="pres">
      <dgm:prSet presAssocID="{3D06AC74-184E-46E5-83FA-A9C288C31B9D}" presName="node" presStyleLbl="node1" presStyleIdx="1" presStyleCnt="13">
        <dgm:presLayoutVars>
          <dgm:bulletEnabled val="1"/>
        </dgm:presLayoutVars>
      </dgm:prSet>
      <dgm:spPr/>
    </dgm:pt>
    <dgm:pt modelId="{D39FBA9B-907B-4245-95E9-AE3A7A52EACE}" type="pres">
      <dgm:prSet presAssocID="{AEBABC21-6386-4E89-A4A2-C3CDE8090661}" presName="sibTrans" presStyleLbl="sibTrans1D1" presStyleIdx="1" presStyleCnt="12"/>
      <dgm:spPr/>
    </dgm:pt>
    <dgm:pt modelId="{91F00401-AAF8-4223-92CB-EA438C883E1C}" type="pres">
      <dgm:prSet presAssocID="{AEBABC21-6386-4E89-A4A2-C3CDE8090661}" presName="connectorText" presStyleLbl="sibTrans1D1" presStyleIdx="1" presStyleCnt="12"/>
      <dgm:spPr/>
    </dgm:pt>
    <dgm:pt modelId="{77C113B5-8CE5-4006-AE42-0B67E815ADBE}" type="pres">
      <dgm:prSet presAssocID="{79DCC88E-0E2A-4BBB-B160-F43C1AFC2B24}" presName="node" presStyleLbl="node1" presStyleIdx="2" presStyleCnt="13">
        <dgm:presLayoutVars>
          <dgm:bulletEnabled val="1"/>
        </dgm:presLayoutVars>
      </dgm:prSet>
      <dgm:spPr/>
    </dgm:pt>
    <dgm:pt modelId="{E5149BE9-6A44-4156-BB09-140740610FF4}" type="pres">
      <dgm:prSet presAssocID="{FBE096FF-8157-41F7-AB30-B34A309EA1EE}" presName="sibTrans" presStyleLbl="sibTrans1D1" presStyleIdx="2" presStyleCnt="12"/>
      <dgm:spPr/>
    </dgm:pt>
    <dgm:pt modelId="{8653FD17-31F3-442A-AE5D-1E626BF4A810}" type="pres">
      <dgm:prSet presAssocID="{FBE096FF-8157-41F7-AB30-B34A309EA1EE}" presName="connectorText" presStyleLbl="sibTrans1D1" presStyleIdx="2" presStyleCnt="12"/>
      <dgm:spPr/>
    </dgm:pt>
    <dgm:pt modelId="{6C3256C9-5F83-4A56-AAEA-C2F5C275F1DE}" type="pres">
      <dgm:prSet presAssocID="{71A2C6B6-E57F-461D-861E-83A0AF16ADB4}" presName="node" presStyleLbl="node1" presStyleIdx="3" presStyleCnt="13">
        <dgm:presLayoutVars>
          <dgm:bulletEnabled val="1"/>
        </dgm:presLayoutVars>
      </dgm:prSet>
      <dgm:spPr/>
    </dgm:pt>
    <dgm:pt modelId="{F451BCE3-8004-47EB-BC4D-5B8188B4EF9F}" type="pres">
      <dgm:prSet presAssocID="{0E508872-6C6C-4D94-8980-787A54612E94}" presName="sibTrans" presStyleLbl="sibTrans1D1" presStyleIdx="3" presStyleCnt="12"/>
      <dgm:spPr/>
    </dgm:pt>
    <dgm:pt modelId="{88BDF53E-1775-4B86-B54F-13E160B1FECF}" type="pres">
      <dgm:prSet presAssocID="{0E508872-6C6C-4D94-8980-787A54612E94}" presName="connectorText" presStyleLbl="sibTrans1D1" presStyleIdx="3" presStyleCnt="12"/>
      <dgm:spPr/>
    </dgm:pt>
    <dgm:pt modelId="{68F60B56-F10F-4AEA-9B7D-9180A1FEF1B0}" type="pres">
      <dgm:prSet presAssocID="{546142C2-352F-40D0-A8F5-716CACBE9D9A}" presName="node" presStyleLbl="node1" presStyleIdx="4" presStyleCnt="13">
        <dgm:presLayoutVars>
          <dgm:bulletEnabled val="1"/>
        </dgm:presLayoutVars>
      </dgm:prSet>
      <dgm:spPr/>
    </dgm:pt>
    <dgm:pt modelId="{73CF96D0-2756-4533-BE27-69E27177E792}" type="pres">
      <dgm:prSet presAssocID="{B887885C-BBB3-404A-82FC-7FC5F4BA4776}" presName="sibTrans" presStyleLbl="sibTrans1D1" presStyleIdx="4" presStyleCnt="12"/>
      <dgm:spPr/>
    </dgm:pt>
    <dgm:pt modelId="{2E2C8801-1DB1-42C0-AE7B-63061824684C}" type="pres">
      <dgm:prSet presAssocID="{B887885C-BBB3-404A-82FC-7FC5F4BA4776}" presName="connectorText" presStyleLbl="sibTrans1D1" presStyleIdx="4" presStyleCnt="12"/>
      <dgm:spPr/>
    </dgm:pt>
    <dgm:pt modelId="{674E8386-7531-4DEF-AF74-A2E8D9F6459B}" type="pres">
      <dgm:prSet presAssocID="{119027F8-33B3-4263-9886-E2C535922987}" presName="node" presStyleLbl="node1" presStyleIdx="5" presStyleCnt="13">
        <dgm:presLayoutVars>
          <dgm:bulletEnabled val="1"/>
        </dgm:presLayoutVars>
      </dgm:prSet>
      <dgm:spPr/>
    </dgm:pt>
    <dgm:pt modelId="{9661F8C2-1D4B-4298-9CF6-54B7D9343BED}" type="pres">
      <dgm:prSet presAssocID="{E7EA5FB3-93D7-4FD1-AB1B-C589A572A7E8}" presName="sibTrans" presStyleLbl="sibTrans1D1" presStyleIdx="5" presStyleCnt="12"/>
      <dgm:spPr/>
    </dgm:pt>
    <dgm:pt modelId="{C0A090CA-D617-4464-8DAE-A0A54A33BA00}" type="pres">
      <dgm:prSet presAssocID="{E7EA5FB3-93D7-4FD1-AB1B-C589A572A7E8}" presName="connectorText" presStyleLbl="sibTrans1D1" presStyleIdx="5" presStyleCnt="12"/>
      <dgm:spPr/>
    </dgm:pt>
    <dgm:pt modelId="{4DED9C11-7511-4901-8883-558DF4E23713}" type="pres">
      <dgm:prSet presAssocID="{860EEE9F-48FA-4B79-80E7-4D318C6F5FC1}" presName="node" presStyleLbl="node1" presStyleIdx="6" presStyleCnt="13">
        <dgm:presLayoutVars>
          <dgm:bulletEnabled val="1"/>
        </dgm:presLayoutVars>
      </dgm:prSet>
      <dgm:spPr/>
    </dgm:pt>
    <dgm:pt modelId="{0DAB35E9-6FCC-4BB1-AF03-C086B1E5ED01}" type="pres">
      <dgm:prSet presAssocID="{3C46767C-CD5F-4BE9-BC21-E03C13D97EE5}" presName="sibTrans" presStyleLbl="sibTrans1D1" presStyleIdx="6" presStyleCnt="12"/>
      <dgm:spPr/>
    </dgm:pt>
    <dgm:pt modelId="{948A8282-837F-4716-BA9F-3EDF1B5E6C37}" type="pres">
      <dgm:prSet presAssocID="{3C46767C-CD5F-4BE9-BC21-E03C13D97EE5}" presName="connectorText" presStyleLbl="sibTrans1D1" presStyleIdx="6" presStyleCnt="12"/>
      <dgm:spPr/>
    </dgm:pt>
    <dgm:pt modelId="{1F1165B4-40C9-4E94-B327-FE91EB0D42DF}" type="pres">
      <dgm:prSet presAssocID="{BEFA47A1-9878-4871-BD2C-21BF353CA539}" presName="node" presStyleLbl="node1" presStyleIdx="7" presStyleCnt="13">
        <dgm:presLayoutVars>
          <dgm:bulletEnabled val="1"/>
        </dgm:presLayoutVars>
      </dgm:prSet>
      <dgm:spPr/>
    </dgm:pt>
    <dgm:pt modelId="{65AE6DB5-3586-4222-A83D-88B4DEE9666D}" type="pres">
      <dgm:prSet presAssocID="{8FFCD03A-4F25-4458-AFB7-659290535718}" presName="sibTrans" presStyleLbl="sibTrans1D1" presStyleIdx="7" presStyleCnt="12"/>
      <dgm:spPr/>
    </dgm:pt>
    <dgm:pt modelId="{3729EA6F-3E70-4543-A9A3-57E04B1B7717}" type="pres">
      <dgm:prSet presAssocID="{8FFCD03A-4F25-4458-AFB7-659290535718}" presName="connectorText" presStyleLbl="sibTrans1D1" presStyleIdx="7" presStyleCnt="12"/>
      <dgm:spPr/>
    </dgm:pt>
    <dgm:pt modelId="{6C63BE91-BF0B-42D5-8A91-FF9ED2135163}" type="pres">
      <dgm:prSet presAssocID="{2684ACDA-F483-4CD5-A62F-0EE4489AFB71}" presName="node" presStyleLbl="node1" presStyleIdx="8" presStyleCnt="13">
        <dgm:presLayoutVars>
          <dgm:bulletEnabled val="1"/>
        </dgm:presLayoutVars>
      </dgm:prSet>
      <dgm:spPr/>
    </dgm:pt>
    <dgm:pt modelId="{4F6EFD62-B3BC-4DDF-94E3-33F4BCE00D80}" type="pres">
      <dgm:prSet presAssocID="{E1582C40-D4D5-42D2-AB53-A45413C44952}" presName="sibTrans" presStyleLbl="sibTrans1D1" presStyleIdx="8" presStyleCnt="12"/>
      <dgm:spPr/>
    </dgm:pt>
    <dgm:pt modelId="{16CB125E-0632-4441-8931-B7DC5E4589CB}" type="pres">
      <dgm:prSet presAssocID="{E1582C40-D4D5-42D2-AB53-A45413C44952}" presName="connectorText" presStyleLbl="sibTrans1D1" presStyleIdx="8" presStyleCnt="12"/>
      <dgm:spPr/>
    </dgm:pt>
    <dgm:pt modelId="{F01BB4D2-0BF5-451C-AC31-53D4E725F808}" type="pres">
      <dgm:prSet presAssocID="{E5D08BEE-6AF8-409C-ACF9-DE9CBC7003E5}" presName="node" presStyleLbl="node1" presStyleIdx="9" presStyleCnt="13">
        <dgm:presLayoutVars>
          <dgm:bulletEnabled val="1"/>
        </dgm:presLayoutVars>
      </dgm:prSet>
      <dgm:spPr/>
    </dgm:pt>
    <dgm:pt modelId="{BBE02DAB-D1F9-4641-936D-63436E1E507C}" type="pres">
      <dgm:prSet presAssocID="{5C8E77B0-D03E-4570-ACA2-2DBD2EA9C9D9}" presName="sibTrans" presStyleLbl="sibTrans1D1" presStyleIdx="9" presStyleCnt="12"/>
      <dgm:spPr/>
    </dgm:pt>
    <dgm:pt modelId="{986F28D3-838E-4777-B244-6D2211A7EBB4}" type="pres">
      <dgm:prSet presAssocID="{5C8E77B0-D03E-4570-ACA2-2DBD2EA9C9D9}" presName="connectorText" presStyleLbl="sibTrans1D1" presStyleIdx="9" presStyleCnt="12"/>
      <dgm:spPr/>
    </dgm:pt>
    <dgm:pt modelId="{987C36A5-0F75-4CBA-BA10-64B4515FA4FA}" type="pres">
      <dgm:prSet presAssocID="{34653FBB-0109-4B8F-AE7D-93970DEA8737}" presName="node" presStyleLbl="node1" presStyleIdx="10" presStyleCnt="13">
        <dgm:presLayoutVars>
          <dgm:bulletEnabled val="1"/>
        </dgm:presLayoutVars>
      </dgm:prSet>
      <dgm:spPr/>
    </dgm:pt>
    <dgm:pt modelId="{E5ACCE7F-A451-45A5-96F5-993C572E4346}" type="pres">
      <dgm:prSet presAssocID="{A97A7B2C-ACC9-4AFC-92AD-43B1BEF7EF5B}" presName="sibTrans" presStyleLbl="sibTrans1D1" presStyleIdx="10" presStyleCnt="12"/>
      <dgm:spPr/>
    </dgm:pt>
    <dgm:pt modelId="{42769486-9116-431A-8E80-17222BCEBDC6}" type="pres">
      <dgm:prSet presAssocID="{A97A7B2C-ACC9-4AFC-92AD-43B1BEF7EF5B}" presName="connectorText" presStyleLbl="sibTrans1D1" presStyleIdx="10" presStyleCnt="12"/>
      <dgm:spPr/>
    </dgm:pt>
    <dgm:pt modelId="{030110C8-A2E1-41CD-B514-CFDB79A72A12}" type="pres">
      <dgm:prSet presAssocID="{C5BB2273-90B2-44E7-A61B-2AA515501F9E}" presName="node" presStyleLbl="node1" presStyleIdx="11" presStyleCnt="13">
        <dgm:presLayoutVars>
          <dgm:bulletEnabled val="1"/>
        </dgm:presLayoutVars>
      </dgm:prSet>
      <dgm:spPr/>
    </dgm:pt>
    <dgm:pt modelId="{BB6A85CF-4F16-4B32-B85D-5567512F96B4}" type="pres">
      <dgm:prSet presAssocID="{4607BBDB-9C00-435A-9360-2E191556060C}" presName="sibTrans" presStyleLbl="sibTrans1D1" presStyleIdx="11" presStyleCnt="12"/>
      <dgm:spPr/>
    </dgm:pt>
    <dgm:pt modelId="{8BC62A3E-71AE-49DA-8F18-9ED81A7740EC}" type="pres">
      <dgm:prSet presAssocID="{4607BBDB-9C00-435A-9360-2E191556060C}" presName="connectorText" presStyleLbl="sibTrans1D1" presStyleIdx="11" presStyleCnt="12"/>
      <dgm:spPr/>
    </dgm:pt>
    <dgm:pt modelId="{3B493890-0A18-45B9-AECC-23E507584C8E}" type="pres">
      <dgm:prSet presAssocID="{12581B9C-8BF4-45DD-B669-EF0A32AAB690}" presName="node" presStyleLbl="node1" presStyleIdx="12" presStyleCnt="13">
        <dgm:presLayoutVars>
          <dgm:bulletEnabled val="1"/>
        </dgm:presLayoutVars>
      </dgm:prSet>
      <dgm:spPr/>
    </dgm:pt>
  </dgm:ptLst>
  <dgm:cxnLst>
    <dgm:cxn modelId="{2A1D770D-21F5-49AD-8BE9-A00C91C34CF7}" type="presOf" srcId="{5C8E77B0-D03E-4570-ACA2-2DBD2EA9C9D9}" destId="{986F28D3-838E-4777-B244-6D2211A7EBB4}" srcOrd="1" destOrd="0" presId="urn:microsoft.com/office/officeart/2016/7/layout/RepeatingBendingProcessNew"/>
    <dgm:cxn modelId="{F13E0C0E-401A-4C70-9E04-208DCC60D9F2}" type="presOf" srcId="{34653FBB-0109-4B8F-AE7D-93970DEA8737}" destId="{987C36A5-0F75-4CBA-BA10-64B4515FA4FA}" srcOrd="0" destOrd="0" presId="urn:microsoft.com/office/officeart/2016/7/layout/RepeatingBendingProcessNew"/>
    <dgm:cxn modelId="{8196BE0F-13C1-42D1-BC06-AD2D470C223E}" type="presOf" srcId="{0E508872-6C6C-4D94-8980-787A54612E94}" destId="{88BDF53E-1775-4B86-B54F-13E160B1FECF}" srcOrd="1" destOrd="0" presId="urn:microsoft.com/office/officeart/2016/7/layout/RepeatingBendingProcessNew"/>
    <dgm:cxn modelId="{85056411-F449-492C-8DC7-2671C01B7DDD}" type="presOf" srcId="{546142C2-352F-40D0-A8F5-716CACBE9D9A}" destId="{68F60B56-F10F-4AEA-9B7D-9180A1FEF1B0}" srcOrd="0" destOrd="0" presId="urn:microsoft.com/office/officeart/2016/7/layout/RepeatingBendingProcessNew"/>
    <dgm:cxn modelId="{9415D913-D438-4FD4-A340-368E71AF5743}" type="presOf" srcId="{B887885C-BBB3-404A-82FC-7FC5F4BA4776}" destId="{73CF96D0-2756-4533-BE27-69E27177E792}" srcOrd="0" destOrd="0" presId="urn:microsoft.com/office/officeart/2016/7/layout/RepeatingBendingProcessNew"/>
    <dgm:cxn modelId="{AA552719-BE00-4D1B-B6BC-0326846336CC}" type="presOf" srcId="{2684ACDA-F483-4CD5-A62F-0EE4489AFB71}" destId="{6C63BE91-BF0B-42D5-8A91-FF9ED2135163}" srcOrd="0" destOrd="0" presId="urn:microsoft.com/office/officeart/2016/7/layout/RepeatingBendingProcessNew"/>
    <dgm:cxn modelId="{B44BCB19-C147-4600-8934-71974FDE9B25}" type="presOf" srcId="{5C8E77B0-D03E-4570-ACA2-2DBD2EA9C9D9}" destId="{BBE02DAB-D1F9-4641-936D-63436E1E507C}" srcOrd="0" destOrd="0" presId="urn:microsoft.com/office/officeart/2016/7/layout/RepeatingBendingProcessNew"/>
    <dgm:cxn modelId="{AF71D71B-591E-4A68-BC76-BC16D7656B40}" type="presOf" srcId="{FBE096FF-8157-41F7-AB30-B34A309EA1EE}" destId="{E5149BE9-6A44-4156-BB09-140740610FF4}" srcOrd="0" destOrd="0" presId="urn:microsoft.com/office/officeart/2016/7/layout/RepeatingBendingProcessNew"/>
    <dgm:cxn modelId="{6F10681E-7DD2-4456-B9D0-3992207D1F78}" type="presOf" srcId="{A97A7B2C-ACC9-4AFC-92AD-43B1BEF7EF5B}" destId="{E5ACCE7F-A451-45A5-96F5-993C572E4346}" srcOrd="0" destOrd="0" presId="urn:microsoft.com/office/officeart/2016/7/layout/RepeatingBendingProcessNew"/>
    <dgm:cxn modelId="{BEC52A27-49BC-4590-847E-81F3FE5F69FD}" type="presOf" srcId="{B887885C-BBB3-404A-82FC-7FC5F4BA4776}" destId="{2E2C8801-1DB1-42C0-AE7B-63061824684C}" srcOrd="1" destOrd="0" presId="urn:microsoft.com/office/officeart/2016/7/layout/RepeatingBendingProcessNew"/>
    <dgm:cxn modelId="{CB51802D-DB22-4A0F-B5A6-E12CF8C6B5BB}" type="presOf" srcId="{AEBABC21-6386-4E89-A4A2-C3CDE8090661}" destId="{91F00401-AAF8-4223-92CB-EA438C883E1C}" srcOrd="1" destOrd="0" presId="urn:microsoft.com/office/officeart/2016/7/layout/RepeatingBendingProcessNew"/>
    <dgm:cxn modelId="{C08A552E-F1F6-440E-87A8-543F070B203D}" srcId="{F8E22C6A-C9C8-47A2-B427-45C7C3096D5F}" destId="{546142C2-352F-40D0-A8F5-716CACBE9D9A}" srcOrd="4" destOrd="0" parTransId="{64EDE2B9-2F81-4E32-9E5C-9FE7950D7EF8}" sibTransId="{B887885C-BBB3-404A-82FC-7FC5F4BA4776}"/>
    <dgm:cxn modelId="{8F696530-A455-439E-B9AA-42A0A00F5C9B}" srcId="{F8E22C6A-C9C8-47A2-B427-45C7C3096D5F}" destId="{2684ACDA-F483-4CD5-A62F-0EE4489AFB71}" srcOrd="8" destOrd="0" parTransId="{0FF654EE-9170-4D29-8394-BEFF069461B7}" sibTransId="{E1582C40-D4D5-42D2-AB53-A45413C44952}"/>
    <dgm:cxn modelId="{0F19FD31-75C3-4D42-8A0E-80C79B74CFDB}" srcId="{F8E22C6A-C9C8-47A2-B427-45C7C3096D5F}" destId="{34653FBB-0109-4B8F-AE7D-93970DEA8737}" srcOrd="10" destOrd="0" parTransId="{BFE0D709-71F4-465E-A4B4-383B5FFBAB02}" sibTransId="{A97A7B2C-ACC9-4AFC-92AD-43B1BEF7EF5B}"/>
    <dgm:cxn modelId="{6EB4873B-16BD-4125-8082-04C6557C0332}" type="presOf" srcId="{0E508872-6C6C-4D94-8980-787A54612E94}" destId="{F451BCE3-8004-47EB-BC4D-5B8188B4EF9F}" srcOrd="0" destOrd="0" presId="urn:microsoft.com/office/officeart/2016/7/layout/RepeatingBendingProcessNew"/>
    <dgm:cxn modelId="{675D4961-5610-4027-8AC4-3087FCC5A4E4}" type="presOf" srcId="{DE8467D8-281F-4757-8425-16660D1CF697}" destId="{86715622-F548-426D-82F9-ED5B66B9AFB5}" srcOrd="0" destOrd="0" presId="urn:microsoft.com/office/officeart/2016/7/layout/RepeatingBendingProcessNew"/>
    <dgm:cxn modelId="{96C74468-6722-45A4-9C41-FF7D2E1F7638}" type="presOf" srcId="{E7EA5FB3-93D7-4FD1-AB1B-C589A572A7E8}" destId="{9661F8C2-1D4B-4298-9CF6-54B7D9343BED}" srcOrd="0" destOrd="0" presId="urn:microsoft.com/office/officeart/2016/7/layout/RepeatingBendingProcessNew"/>
    <dgm:cxn modelId="{E27FDA69-5A5E-4934-AE31-B65A7343ECB9}" srcId="{F8E22C6A-C9C8-47A2-B427-45C7C3096D5F}" destId="{7A2CEF69-6518-4E0D-9C51-C55ED50E65D5}" srcOrd="0" destOrd="0" parTransId="{AFD6BA1D-A22E-4E1C-9236-D403BC90564A}" sibTransId="{DE8467D8-281F-4757-8425-16660D1CF697}"/>
    <dgm:cxn modelId="{1DDA4A6D-A073-40C6-A429-108CC4CA9273}" type="presOf" srcId="{E1582C40-D4D5-42D2-AB53-A45413C44952}" destId="{16CB125E-0632-4441-8931-B7DC5E4589CB}" srcOrd="1" destOrd="0" presId="urn:microsoft.com/office/officeart/2016/7/layout/RepeatingBendingProcessNew"/>
    <dgm:cxn modelId="{4D788771-6984-455E-96D9-64C6A84A697F}" srcId="{F8E22C6A-C9C8-47A2-B427-45C7C3096D5F}" destId="{860EEE9F-48FA-4B79-80E7-4D318C6F5FC1}" srcOrd="6" destOrd="0" parTransId="{B0EEED33-8C0E-4DA7-9514-E7BD7BE12EA7}" sibTransId="{3C46767C-CD5F-4BE9-BC21-E03C13D97EE5}"/>
    <dgm:cxn modelId="{95481A7A-39D6-4F9F-A76D-EBEADFB261FA}" type="presOf" srcId="{8FFCD03A-4F25-4458-AFB7-659290535718}" destId="{3729EA6F-3E70-4543-A9A3-57E04B1B7717}" srcOrd="1" destOrd="0" presId="urn:microsoft.com/office/officeart/2016/7/layout/RepeatingBendingProcessNew"/>
    <dgm:cxn modelId="{94BA245A-533E-405A-8F7E-11C5D7A5ECD8}" type="presOf" srcId="{3C46767C-CD5F-4BE9-BC21-E03C13D97EE5}" destId="{0DAB35E9-6FCC-4BB1-AF03-C086B1E5ED01}" srcOrd="0" destOrd="0" presId="urn:microsoft.com/office/officeart/2016/7/layout/RepeatingBendingProcessNew"/>
    <dgm:cxn modelId="{F767ED7C-6F2A-4319-9636-0DDDC270FE52}" type="presOf" srcId="{E5D08BEE-6AF8-409C-ACF9-DE9CBC7003E5}" destId="{F01BB4D2-0BF5-451C-AC31-53D4E725F808}" srcOrd="0" destOrd="0" presId="urn:microsoft.com/office/officeart/2016/7/layout/RepeatingBendingProcessNew"/>
    <dgm:cxn modelId="{09172282-C5B1-4B49-B7B2-3A9A727CE39D}" srcId="{F8E22C6A-C9C8-47A2-B427-45C7C3096D5F}" destId="{E5D08BEE-6AF8-409C-ACF9-DE9CBC7003E5}" srcOrd="9" destOrd="0" parTransId="{02D7E31A-2F6B-4719-9303-993E0E227826}" sibTransId="{5C8E77B0-D03E-4570-ACA2-2DBD2EA9C9D9}"/>
    <dgm:cxn modelId="{B5241585-7BD5-44BB-8436-927D7FB1C972}" type="presOf" srcId="{3C46767C-CD5F-4BE9-BC21-E03C13D97EE5}" destId="{948A8282-837F-4716-BA9F-3EDF1B5E6C37}" srcOrd="1" destOrd="0" presId="urn:microsoft.com/office/officeart/2016/7/layout/RepeatingBendingProcessNew"/>
    <dgm:cxn modelId="{A079E98A-1525-4524-866B-EA6DE3CEA1B4}" srcId="{F8E22C6A-C9C8-47A2-B427-45C7C3096D5F}" destId="{BEFA47A1-9878-4871-BD2C-21BF353CA539}" srcOrd="7" destOrd="0" parTransId="{1887D4E2-168B-4D74-A835-330CA9304F56}" sibTransId="{8FFCD03A-4F25-4458-AFB7-659290535718}"/>
    <dgm:cxn modelId="{DD0DDA8F-A972-472C-ACEB-E55834BF1AE4}" type="presOf" srcId="{BEFA47A1-9878-4871-BD2C-21BF353CA539}" destId="{1F1165B4-40C9-4E94-B327-FE91EB0D42DF}" srcOrd="0" destOrd="0" presId="urn:microsoft.com/office/officeart/2016/7/layout/RepeatingBendingProcessNew"/>
    <dgm:cxn modelId="{C5729C97-07DC-470B-B413-E4CDAD8D4B1D}" type="presOf" srcId="{860EEE9F-48FA-4B79-80E7-4D318C6F5FC1}" destId="{4DED9C11-7511-4901-8883-558DF4E23713}" srcOrd="0" destOrd="0" presId="urn:microsoft.com/office/officeart/2016/7/layout/RepeatingBendingProcessNew"/>
    <dgm:cxn modelId="{E8F0F399-914C-450E-9EE3-46088FA2A58B}" type="presOf" srcId="{12581B9C-8BF4-45DD-B669-EF0A32AAB690}" destId="{3B493890-0A18-45B9-AECC-23E507584C8E}" srcOrd="0" destOrd="0" presId="urn:microsoft.com/office/officeart/2016/7/layout/RepeatingBendingProcessNew"/>
    <dgm:cxn modelId="{4BAB769C-9201-4CE5-828E-7DF4C592F4C5}" type="presOf" srcId="{7A2CEF69-6518-4E0D-9C51-C55ED50E65D5}" destId="{D7DF8E58-B28E-48AE-8EDE-43809AD534A5}" srcOrd="0" destOrd="0" presId="urn:microsoft.com/office/officeart/2016/7/layout/RepeatingBendingProcessNew"/>
    <dgm:cxn modelId="{B9AD439D-BDCB-43D3-B858-8657EDAB47C6}" type="presOf" srcId="{C5BB2273-90B2-44E7-A61B-2AA515501F9E}" destId="{030110C8-A2E1-41CD-B514-CFDB79A72A12}" srcOrd="0" destOrd="0" presId="urn:microsoft.com/office/officeart/2016/7/layout/RepeatingBendingProcessNew"/>
    <dgm:cxn modelId="{80911D9E-29AB-4604-923C-419D41AFF1C8}" srcId="{F8E22C6A-C9C8-47A2-B427-45C7C3096D5F}" destId="{71A2C6B6-E57F-461D-861E-83A0AF16ADB4}" srcOrd="3" destOrd="0" parTransId="{52C5A687-80E9-4750-90E3-0AF3939CA16E}" sibTransId="{0E508872-6C6C-4D94-8980-787A54612E94}"/>
    <dgm:cxn modelId="{C57847A0-6CCF-4EAE-B0D9-75CD63CD000E}" type="presOf" srcId="{71A2C6B6-E57F-461D-861E-83A0AF16ADB4}" destId="{6C3256C9-5F83-4A56-AAEA-C2F5C275F1DE}" srcOrd="0" destOrd="0" presId="urn:microsoft.com/office/officeart/2016/7/layout/RepeatingBendingProcessNew"/>
    <dgm:cxn modelId="{D0EEC2A5-22C1-4D1B-9462-687A574D6BBF}" type="presOf" srcId="{E7EA5FB3-93D7-4FD1-AB1B-C589A572A7E8}" destId="{C0A090CA-D617-4464-8DAE-A0A54A33BA00}" srcOrd="1" destOrd="0" presId="urn:microsoft.com/office/officeart/2016/7/layout/RepeatingBendingProcessNew"/>
    <dgm:cxn modelId="{929149AE-8529-4826-82BB-995A061BA6DB}" type="presOf" srcId="{A97A7B2C-ACC9-4AFC-92AD-43B1BEF7EF5B}" destId="{42769486-9116-431A-8E80-17222BCEBDC6}" srcOrd="1" destOrd="0" presId="urn:microsoft.com/office/officeart/2016/7/layout/RepeatingBendingProcessNew"/>
    <dgm:cxn modelId="{949C65AF-248F-4A31-BA3B-95C84D226726}" srcId="{F8E22C6A-C9C8-47A2-B427-45C7C3096D5F}" destId="{12581B9C-8BF4-45DD-B669-EF0A32AAB690}" srcOrd="12" destOrd="0" parTransId="{93FAE9F9-5D95-4876-936F-52E3F43D721F}" sibTransId="{B2C193C7-1B74-4903-8809-7CACC6635713}"/>
    <dgm:cxn modelId="{913F4DB1-6548-4D3D-963B-4D0ABA633D80}" type="presOf" srcId="{F8E22C6A-C9C8-47A2-B427-45C7C3096D5F}" destId="{FCA7000F-FC00-4B1D-A486-C81A03167018}" srcOrd="0" destOrd="0" presId="urn:microsoft.com/office/officeart/2016/7/layout/RepeatingBendingProcessNew"/>
    <dgm:cxn modelId="{06E9C3C2-A0B4-4F59-894B-A9F64276D7E9}" type="presOf" srcId="{FBE096FF-8157-41F7-AB30-B34A309EA1EE}" destId="{8653FD17-31F3-442A-AE5D-1E626BF4A810}" srcOrd="1" destOrd="0" presId="urn:microsoft.com/office/officeart/2016/7/layout/RepeatingBendingProcessNew"/>
    <dgm:cxn modelId="{01E342C4-958C-4D36-8094-0912E5C03B84}" type="presOf" srcId="{119027F8-33B3-4263-9886-E2C535922987}" destId="{674E8386-7531-4DEF-AF74-A2E8D9F6459B}" srcOrd="0" destOrd="0" presId="urn:microsoft.com/office/officeart/2016/7/layout/RepeatingBendingProcessNew"/>
    <dgm:cxn modelId="{35ECC4C5-DE5F-40B9-A8BF-ADCDAFBFC3DD}" type="presOf" srcId="{4607BBDB-9C00-435A-9360-2E191556060C}" destId="{8BC62A3E-71AE-49DA-8F18-9ED81A7740EC}" srcOrd="1" destOrd="0" presId="urn:microsoft.com/office/officeart/2016/7/layout/RepeatingBendingProcessNew"/>
    <dgm:cxn modelId="{FD860FCA-E600-494B-BAF4-582EE1770F9E}" srcId="{F8E22C6A-C9C8-47A2-B427-45C7C3096D5F}" destId="{119027F8-33B3-4263-9886-E2C535922987}" srcOrd="5" destOrd="0" parTransId="{44F7AA07-9213-4266-A9F8-263B7C8A1C92}" sibTransId="{E7EA5FB3-93D7-4FD1-AB1B-C589A572A7E8}"/>
    <dgm:cxn modelId="{011819D4-0834-4D72-8874-D86E23CDF9F1}" srcId="{F8E22C6A-C9C8-47A2-B427-45C7C3096D5F}" destId="{C5BB2273-90B2-44E7-A61B-2AA515501F9E}" srcOrd="11" destOrd="0" parTransId="{575BFA81-A68C-4A44-BEA7-6046C4251136}" sibTransId="{4607BBDB-9C00-435A-9360-2E191556060C}"/>
    <dgm:cxn modelId="{D2D337D4-3E99-4A15-AF6A-3221BAFBADAD}" type="presOf" srcId="{DE8467D8-281F-4757-8425-16660D1CF697}" destId="{7C7ED0D8-2630-44F1-9553-2DA72971335C}" srcOrd="1" destOrd="0" presId="urn:microsoft.com/office/officeart/2016/7/layout/RepeatingBendingProcessNew"/>
    <dgm:cxn modelId="{28C346DC-1B22-4F5B-AF85-D9C2B0B19D66}" srcId="{F8E22C6A-C9C8-47A2-B427-45C7C3096D5F}" destId="{3D06AC74-184E-46E5-83FA-A9C288C31B9D}" srcOrd="1" destOrd="0" parTransId="{9100E9A3-2896-4452-A22C-5643F1F6AB2C}" sibTransId="{AEBABC21-6386-4E89-A4A2-C3CDE8090661}"/>
    <dgm:cxn modelId="{A7738AE7-9DF1-47D9-9232-D4886A318716}" type="presOf" srcId="{79DCC88E-0E2A-4BBB-B160-F43C1AFC2B24}" destId="{77C113B5-8CE5-4006-AE42-0B67E815ADBE}" srcOrd="0" destOrd="0" presId="urn:microsoft.com/office/officeart/2016/7/layout/RepeatingBendingProcessNew"/>
    <dgm:cxn modelId="{CF3415E8-497E-4EEE-A6F9-702C121A43EA}" type="presOf" srcId="{8FFCD03A-4F25-4458-AFB7-659290535718}" destId="{65AE6DB5-3586-4222-A83D-88B4DEE9666D}" srcOrd="0" destOrd="0" presId="urn:microsoft.com/office/officeart/2016/7/layout/RepeatingBendingProcessNew"/>
    <dgm:cxn modelId="{717BFBED-DA76-4AEA-A03C-748087BD2219}" type="presOf" srcId="{3D06AC74-184E-46E5-83FA-A9C288C31B9D}" destId="{C066B87A-F97D-411F-A9C7-F085E6977524}" srcOrd="0" destOrd="0" presId="urn:microsoft.com/office/officeart/2016/7/layout/RepeatingBendingProcessNew"/>
    <dgm:cxn modelId="{10848FEF-19EB-4654-8562-353B28090D0C}" srcId="{F8E22C6A-C9C8-47A2-B427-45C7C3096D5F}" destId="{79DCC88E-0E2A-4BBB-B160-F43C1AFC2B24}" srcOrd="2" destOrd="0" parTransId="{3AD15674-E1D6-4622-8849-AE35D473833A}" sibTransId="{FBE096FF-8157-41F7-AB30-B34A309EA1EE}"/>
    <dgm:cxn modelId="{A61510F4-C11C-4E6D-A2A9-7CD3BA773E80}" type="presOf" srcId="{4607BBDB-9C00-435A-9360-2E191556060C}" destId="{BB6A85CF-4F16-4B32-B85D-5567512F96B4}" srcOrd="0" destOrd="0" presId="urn:microsoft.com/office/officeart/2016/7/layout/RepeatingBendingProcessNew"/>
    <dgm:cxn modelId="{360747F4-5EED-451C-ACF4-B6FEA00F5425}" type="presOf" srcId="{AEBABC21-6386-4E89-A4A2-C3CDE8090661}" destId="{D39FBA9B-907B-4245-95E9-AE3A7A52EACE}" srcOrd="0" destOrd="0" presId="urn:microsoft.com/office/officeart/2016/7/layout/RepeatingBendingProcessNew"/>
    <dgm:cxn modelId="{35B8C7F8-9A6F-4EF0-B36B-5E9A626E4918}" type="presOf" srcId="{E1582C40-D4D5-42D2-AB53-A45413C44952}" destId="{4F6EFD62-B3BC-4DDF-94E3-33F4BCE00D80}" srcOrd="0" destOrd="0" presId="urn:microsoft.com/office/officeart/2016/7/layout/RepeatingBendingProcessNew"/>
    <dgm:cxn modelId="{5AF1605A-BA51-49C4-BCB0-F947E82FC236}" type="presParOf" srcId="{FCA7000F-FC00-4B1D-A486-C81A03167018}" destId="{D7DF8E58-B28E-48AE-8EDE-43809AD534A5}" srcOrd="0" destOrd="0" presId="urn:microsoft.com/office/officeart/2016/7/layout/RepeatingBendingProcessNew"/>
    <dgm:cxn modelId="{4FF680F0-4D5B-4079-95C3-FADDE939E1AC}" type="presParOf" srcId="{FCA7000F-FC00-4B1D-A486-C81A03167018}" destId="{86715622-F548-426D-82F9-ED5B66B9AFB5}" srcOrd="1" destOrd="0" presId="urn:microsoft.com/office/officeart/2016/7/layout/RepeatingBendingProcessNew"/>
    <dgm:cxn modelId="{ABF04BDA-71CA-4A64-896E-10D44476B030}" type="presParOf" srcId="{86715622-F548-426D-82F9-ED5B66B9AFB5}" destId="{7C7ED0D8-2630-44F1-9553-2DA72971335C}" srcOrd="0" destOrd="0" presId="urn:microsoft.com/office/officeart/2016/7/layout/RepeatingBendingProcessNew"/>
    <dgm:cxn modelId="{E963D6A8-CDFA-49E4-9BD3-580F145F9A15}" type="presParOf" srcId="{FCA7000F-FC00-4B1D-A486-C81A03167018}" destId="{C066B87A-F97D-411F-A9C7-F085E6977524}" srcOrd="2" destOrd="0" presId="urn:microsoft.com/office/officeart/2016/7/layout/RepeatingBendingProcessNew"/>
    <dgm:cxn modelId="{2EDBB8D8-AD37-4729-81CC-2FC691852858}" type="presParOf" srcId="{FCA7000F-FC00-4B1D-A486-C81A03167018}" destId="{D39FBA9B-907B-4245-95E9-AE3A7A52EACE}" srcOrd="3" destOrd="0" presId="urn:microsoft.com/office/officeart/2016/7/layout/RepeatingBendingProcessNew"/>
    <dgm:cxn modelId="{B2C93791-111B-4649-A316-E70430B0200F}" type="presParOf" srcId="{D39FBA9B-907B-4245-95E9-AE3A7A52EACE}" destId="{91F00401-AAF8-4223-92CB-EA438C883E1C}" srcOrd="0" destOrd="0" presId="urn:microsoft.com/office/officeart/2016/7/layout/RepeatingBendingProcessNew"/>
    <dgm:cxn modelId="{96F40DD9-DA63-446C-ADF7-EAA12CDC0A40}" type="presParOf" srcId="{FCA7000F-FC00-4B1D-A486-C81A03167018}" destId="{77C113B5-8CE5-4006-AE42-0B67E815ADBE}" srcOrd="4" destOrd="0" presId="urn:microsoft.com/office/officeart/2016/7/layout/RepeatingBendingProcessNew"/>
    <dgm:cxn modelId="{B4DF6CDF-8D03-4888-BBB8-4EF8BC95ECE2}" type="presParOf" srcId="{FCA7000F-FC00-4B1D-A486-C81A03167018}" destId="{E5149BE9-6A44-4156-BB09-140740610FF4}" srcOrd="5" destOrd="0" presId="urn:microsoft.com/office/officeart/2016/7/layout/RepeatingBendingProcessNew"/>
    <dgm:cxn modelId="{CCF0E8D6-989D-452D-8A6B-03F9C245A5DC}" type="presParOf" srcId="{E5149BE9-6A44-4156-BB09-140740610FF4}" destId="{8653FD17-31F3-442A-AE5D-1E626BF4A810}" srcOrd="0" destOrd="0" presId="urn:microsoft.com/office/officeart/2016/7/layout/RepeatingBendingProcessNew"/>
    <dgm:cxn modelId="{FA0D7354-E0A7-4D93-9D0B-6BC90BC6064D}" type="presParOf" srcId="{FCA7000F-FC00-4B1D-A486-C81A03167018}" destId="{6C3256C9-5F83-4A56-AAEA-C2F5C275F1DE}" srcOrd="6" destOrd="0" presId="urn:microsoft.com/office/officeart/2016/7/layout/RepeatingBendingProcessNew"/>
    <dgm:cxn modelId="{05DEB161-E492-4B8D-BCA6-0EEA8B585D2D}" type="presParOf" srcId="{FCA7000F-FC00-4B1D-A486-C81A03167018}" destId="{F451BCE3-8004-47EB-BC4D-5B8188B4EF9F}" srcOrd="7" destOrd="0" presId="urn:microsoft.com/office/officeart/2016/7/layout/RepeatingBendingProcessNew"/>
    <dgm:cxn modelId="{8D2608EE-93BE-4B80-8D1D-93B719DBA004}" type="presParOf" srcId="{F451BCE3-8004-47EB-BC4D-5B8188B4EF9F}" destId="{88BDF53E-1775-4B86-B54F-13E160B1FECF}" srcOrd="0" destOrd="0" presId="urn:microsoft.com/office/officeart/2016/7/layout/RepeatingBendingProcessNew"/>
    <dgm:cxn modelId="{FDAA07E7-0265-464C-9889-8720DCCED289}" type="presParOf" srcId="{FCA7000F-FC00-4B1D-A486-C81A03167018}" destId="{68F60B56-F10F-4AEA-9B7D-9180A1FEF1B0}" srcOrd="8" destOrd="0" presId="urn:microsoft.com/office/officeart/2016/7/layout/RepeatingBendingProcessNew"/>
    <dgm:cxn modelId="{0F149EF6-8D81-43B7-9DEE-D7B2586B4736}" type="presParOf" srcId="{FCA7000F-FC00-4B1D-A486-C81A03167018}" destId="{73CF96D0-2756-4533-BE27-69E27177E792}" srcOrd="9" destOrd="0" presId="urn:microsoft.com/office/officeart/2016/7/layout/RepeatingBendingProcessNew"/>
    <dgm:cxn modelId="{4F614A66-E64C-459A-BC57-7AE451B3D0F8}" type="presParOf" srcId="{73CF96D0-2756-4533-BE27-69E27177E792}" destId="{2E2C8801-1DB1-42C0-AE7B-63061824684C}" srcOrd="0" destOrd="0" presId="urn:microsoft.com/office/officeart/2016/7/layout/RepeatingBendingProcessNew"/>
    <dgm:cxn modelId="{3713C8D5-D855-49CE-A17A-62DBF683620A}" type="presParOf" srcId="{FCA7000F-FC00-4B1D-A486-C81A03167018}" destId="{674E8386-7531-4DEF-AF74-A2E8D9F6459B}" srcOrd="10" destOrd="0" presId="urn:microsoft.com/office/officeart/2016/7/layout/RepeatingBendingProcessNew"/>
    <dgm:cxn modelId="{73A34FBB-2D5A-484A-868D-96315C9BA840}" type="presParOf" srcId="{FCA7000F-FC00-4B1D-A486-C81A03167018}" destId="{9661F8C2-1D4B-4298-9CF6-54B7D9343BED}" srcOrd="11" destOrd="0" presId="urn:microsoft.com/office/officeart/2016/7/layout/RepeatingBendingProcessNew"/>
    <dgm:cxn modelId="{76ECCC7E-B5F6-4127-ADE1-C4BDCA257BE1}" type="presParOf" srcId="{9661F8C2-1D4B-4298-9CF6-54B7D9343BED}" destId="{C0A090CA-D617-4464-8DAE-A0A54A33BA00}" srcOrd="0" destOrd="0" presId="urn:microsoft.com/office/officeart/2016/7/layout/RepeatingBendingProcessNew"/>
    <dgm:cxn modelId="{E3651AC9-117B-41BA-8878-D60ED18AE644}" type="presParOf" srcId="{FCA7000F-FC00-4B1D-A486-C81A03167018}" destId="{4DED9C11-7511-4901-8883-558DF4E23713}" srcOrd="12" destOrd="0" presId="urn:microsoft.com/office/officeart/2016/7/layout/RepeatingBendingProcessNew"/>
    <dgm:cxn modelId="{A944AF1E-530E-4EE4-AAD5-B9D8BD9CFD8B}" type="presParOf" srcId="{FCA7000F-FC00-4B1D-A486-C81A03167018}" destId="{0DAB35E9-6FCC-4BB1-AF03-C086B1E5ED01}" srcOrd="13" destOrd="0" presId="urn:microsoft.com/office/officeart/2016/7/layout/RepeatingBendingProcessNew"/>
    <dgm:cxn modelId="{416E6AA9-DF38-401F-A27D-F4396F179918}" type="presParOf" srcId="{0DAB35E9-6FCC-4BB1-AF03-C086B1E5ED01}" destId="{948A8282-837F-4716-BA9F-3EDF1B5E6C37}" srcOrd="0" destOrd="0" presId="urn:microsoft.com/office/officeart/2016/7/layout/RepeatingBendingProcessNew"/>
    <dgm:cxn modelId="{B674CC3C-E2E1-4814-B90D-F2282E045BCC}" type="presParOf" srcId="{FCA7000F-FC00-4B1D-A486-C81A03167018}" destId="{1F1165B4-40C9-4E94-B327-FE91EB0D42DF}" srcOrd="14" destOrd="0" presId="urn:microsoft.com/office/officeart/2016/7/layout/RepeatingBendingProcessNew"/>
    <dgm:cxn modelId="{65DA9B75-5587-4291-85D2-B5A0E8A0D19D}" type="presParOf" srcId="{FCA7000F-FC00-4B1D-A486-C81A03167018}" destId="{65AE6DB5-3586-4222-A83D-88B4DEE9666D}" srcOrd="15" destOrd="0" presId="urn:microsoft.com/office/officeart/2016/7/layout/RepeatingBendingProcessNew"/>
    <dgm:cxn modelId="{6D14BBD3-7FC2-4783-A984-F1332E181183}" type="presParOf" srcId="{65AE6DB5-3586-4222-A83D-88B4DEE9666D}" destId="{3729EA6F-3E70-4543-A9A3-57E04B1B7717}" srcOrd="0" destOrd="0" presId="urn:microsoft.com/office/officeart/2016/7/layout/RepeatingBendingProcessNew"/>
    <dgm:cxn modelId="{D3D93B9F-2A64-48BF-9977-244F5F87B32B}" type="presParOf" srcId="{FCA7000F-FC00-4B1D-A486-C81A03167018}" destId="{6C63BE91-BF0B-42D5-8A91-FF9ED2135163}" srcOrd="16" destOrd="0" presId="urn:microsoft.com/office/officeart/2016/7/layout/RepeatingBendingProcessNew"/>
    <dgm:cxn modelId="{3ACB3DA3-1D97-458C-8114-DF430A03DC5C}" type="presParOf" srcId="{FCA7000F-FC00-4B1D-A486-C81A03167018}" destId="{4F6EFD62-B3BC-4DDF-94E3-33F4BCE00D80}" srcOrd="17" destOrd="0" presId="urn:microsoft.com/office/officeart/2016/7/layout/RepeatingBendingProcessNew"/>
    <dgm:cxn modelId="{F0022B5E-396D-4518-83E3-AD0298417436}" type="presParOf" srcId="{4F6EFD62-B3BC-4DDF-94E3-33F4BCE00D80}" destId="{16CB125E-0632-4441-8931-B7DC5E4589CB}" srcOrd="0" destOrd="0" presId="urn:microsoft.com/office/officeart/2016/7/layout/RepeatingBendingProcessNew"/>
    <dgm:cxn modelId="{524A5C79-DE71-472E-B278-4F27972ACF5A}" type="presParOf" srcId="{FCA7000F-FC00-4B1D-A486-C81A03167018}" destId="{F01BB4D2-0BF5-451C-AC31-53D4E725F808}" srcOrd="18" destOrd="0" presId="urn:microsoft.com/office/officeart/2016/7/layout/RepeatingBendingProcessNew"/>
    <dgm:cxn modelId="{F11AB66B-F864-449C-9FCF-9911814DD1F9}" type="presParOf" srcId="{FCA7000F-FC00-4B1D-A486-C81A03167018}" destId="{BBE02DAB-D1F9-4641-936D-63436E1E507C}" srcOrd="19" destOrd="0" presId="urn:microsoft.com/office/officeart/2016/7/layout/RepeatingBendingProcessNew"/>
    <dgm:cxn modelId="{B26ACF78-3B05-41AB-8555-E25CE8C1014D}" type="presParOf" srcId="{BBE02DAB-D1F9-4641-936D-63436E1E507C}" destId="{986F28D3-838E-4777-B244-6D2211A7EBB4}" srcOrd="0" destOrd="0" presId="urn:microsoft.com/office/officeart/2016/7/layout/RepeatingBendingProcessNew"/>
    <dgm:cxn modelId="{F1EA4607-2328-4659-8A74-B0A25740A2AB}" type="presParOf" srcId="{FCA7000F-FC00-4B1D-A486-C81A03167018}" destId="{987C36A5-0F75-4CBA-BA10-64B4515FA4FA}" srcOrd="20" destOrd="0" presId="urn:microsoft.com/office/officeart/2016/7/layout/RepeatingBendingProcessNew"/>
    <dgm:cxn modelId="{9E8231AF-5CC1-4354-8676-DFA943EAB8C0}" type="presParOf" srcId="{FCA7000F-FC00-4B1D-A486-C81A03167018}" destId="{E5ACCE7F-A451-45A5-96F5-993C572E4346}" srcOrd="21" destOrd="0" presId="urn:microsoft.com/office/officeart/2016/7/layout/RepeatingBendingProcessNew"/>
    <dgm:cxn modelId="{2DDC0BA2-29B6-4E71-8656-EC9D4DDBC49C}" type="presParOf" srcId="{E5ACCE7F-A451-45A5-96F5-993C572E4346}" destId="{42769486-9116-431A-8E80-17222BCEBDC6}" srcOrd="0" destOrd="0" presId="urn:microsoft.com/office/officeart/2016/7/layout/RepeatingBendingProcessNew"/>
    <dgm:cxn modelId="{70C260E2-770A-4C1C-9E09-094AA9A99E2F}" type="presParOf" srcId="{FCA7000F-FC00-4B1D-A486-C81A03167018}" destId="{030110C8-A2E1-41CD-B514-CFDB79A72A12}" srcOrd="22" destOrd="0" presId="urn:microsoft.com/office/officeart/2016/7/layout/RepeatingBendingProcessNew"/>
    <dgm:cxn modelId="{AC48CF1B-D2D9-4B6D-B3FF-54055416F6BD}" type="presParOf" srcId="{FCA7000F-FC00-4B1D-A486-C81A03167018}" destId="{BB6A85CF-4F16-4B32-B85D-5567512F96B4}" srcOrd="23" destOrd="0" presId="urn:microsoft.com/office/officeart/2016/7/layout/RepeatingBendingProcessNew"/>
    <dgm:cxn modelId="{BD478FB1-3D8D-40AF-AE83-0FA0ADDDBE48}" type="presParOf" srcId="{BB6A85CF-4F16-4B32-B85D-5567512F96B4}" destId="{8BC62A3E-71AE-49DA-8F18-9ED81A7740EC}" srcOrd="0" destOrd="0" presId="urn:microsoft.com/office/officeart/2016/7/layout/RepeatingBendingProcessNew"/>
    <dgm:cxn modelId="{40331394-0C7E-4AE7-B73C-FD43111C2146}" type="presParOf" srcId="{FCA7000F-FC00-4B1D-A486-C81A03167018}" destId="{3B493890-0A18-45B9-AECC-23E507584C8E}" srcOrd="24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715622-F548-426D-82F9-ED5B66B9AFB5}">
      <dsp:nvSpPr>
        <dsp:cNvPr id="0" name=""/>
        <dsp:cNvSpPr/>
      </dsp:nvSpPr>
      <dsp:spPr>
        <a:xfrm>
          <a:off x="1778971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701213"/>
        <a:ext cx="20400" cy="4080"/>
      </dsp:txXfrm>
    </dsp:sp>
    <dsp:sp modelId="{D7DF8E58-B28E-48AE-8EDE-43809AD534A5}">
      <dsp:nvSpPr>
        <dsp:cNvPr id="0" name=""/>
        <dsp:cNvSpPr/>
      </dsp:nvSpPr>
      <dsp:spPr>
        <a:xfrm>
          <a:off x="6777" y="17105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1. Loads environment and connects to Supabase</a:t>
          </a:r>
        </a:p>
      </dsp:txBody>
      <dsp:txXfrm>
        <a:off x="6777" y="171055"/>
        <a:ext cx="1773994" cy="1064396"/>
      </dsp:txXfrm>
    </dsp:sp>
    <dsp:sp modelId="{D39FBA9B-907B-4245-95E9-AE3A7A52EACE}">
      <dsp:nvSpPr>
        <dsp:cNvPr id="0" name=""/>
        <dsp:cNvSpPr/>
      </dsp:nvSpPr>
      <dsp:spPr>
        <a:xfrm>
          <a:off x="3960984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701213"/>
        <a:ext cx="20400" cy="4080"/>
      </dsp:txXfrm>
    </dsp:sp>
    <dsp:sp modelId="{C066B87A-F97D-411F-A9C7-F085E6977524}">
      <dsp:nvSpPr>
        <dsp:cNvPr id="0" name=""/>
        <dsp:cNvSpPr/>
      </dsp:nvSpPr>
      <dsp:spPr>
        <a:xfrm>
          <a:off x="2188790" y="17105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2. Fetch users’ liked movies from DB</a:t>
          </a:r>
        </a:p>
      </dsp:txBody>
      <dsp:txXfrm>
        <a:off x="2188790" y="171055"/>
        <a:ext cx="1773994" cy="1064396"/>
      </dsp:txXfrm>
    </dsp:sp>
    <dsp:sp modelId="{E5149BE9-6A44-4156-BB09-140740610FF4}">
      <dsp:nvSpPr>
        <dsp:cNvPr id="0" name=""/>
        <dsp:cNvSpPr/>
      </dsp:nvSpPr>
      <dsp:spPr>
        <a:xfrm>
          <a:off x="6142997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21505" y="701213"/>
        <a:ext cx="20400" cy="4080"/>
      </dsp:txXfrm>
    </dsp:sp>
    <dsp:sp modelId="{77C113B5-8CE5-4006-AE42-0B67E815ADBE}">
      <dsp:nvSpPr>
        <dsp:cNvPr id="0" name=""/>
        <dsp:cNvSpPr/>
      </dsp:nvSpPr>
      <dsp:spPr>
        <a:xfrm>
          <a:off x="4370802" y="17105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3. Converts likes into ratings dataframe</a:t>
          </a:r>
        </a:p>
      </dsp:txBody>
      <dsp:txXfrm>
        <a:off x="4370802" y="171055"/>
        <a:ext cx="1773994" cy="1064396"/>
      </dsp:txXfrm>
    </dsp:sp>
    <dsp:sp modelId="{F451BCE3-8004-47EB-BC4D-5B8188B4EF9F}">
      <dsp:nvSpPr>
        <dsp:cNvPr id="0" name=""/>
        <dsp:cNvSpPr/>
      </dsp:nvSpPr>
      <dsp:spPr>
        <a:xfrm>
          <a:off x="8325009" y="657533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503518" y="701213"/>
        <a:ext cx="20400" cy="4080"/>
      </dsp:txXfrm>
    </dsp:sp>
    <dsp:sp modelId="{6C3256C9-5F83-4A56-AAEA-C2F5C275F1DE}">
      <dsp:nvSpPr>
        <dsp:cNvPr id="0" name=""/>
        <dsp:cNvSpPr/>
      </dsp:nvSpPr>
      <dsp:spPr>
        <a:xfrm>
          <a:off x="6552815" y="17105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4. Builds a Surprise Dataset</a:t>
          </a:r>
        </a:p>
      </dsp:txBody>
      <dsp:txXfrm>
        <a:off x="6552815" y="171055"/>
        <a:ext cx="1773994" cy="1064396"/>
      </dsp:txXfrm>
    </dsp:sp>
    <dsp:sp modelId="{73CF96D0-2756-4533-BE27-69E27177E792}">
      <dsp:nvSpPr>
        <dsp:cNvPr id="0" name=""/>
        <dsp:cNvSpPr/>
      </dsp:nvSpPr>
      <dsp:spPr>
        <a:xfrm>
          <a:off x="893774" y="1233652"/>
          <a:ext cx="8728050" cy="377418"/>
        </a:xfrm>
        <a:custGeom>
          <a:avLst/>
          <a:gdLst/>
          <a:ahLst/>
          <a:cxnLst/>
          <a:rect l="0" t="0" r="0" b="0"/>
          <a:pathLst>
            <a:path>
              <a:moveTo>
                <a:pt x="8728050" y="0"/>
              </a:moveTo>
              <a:lnTo>
                <a:pt x="8728050" y="205809"/>
              </a:lnTo>
              <a:lnTo>
                <a:pt x="0" y="205809"/>
              </a:lnTo>
              <a:lnTo>
                <a:pt x="0" y="377418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39360" y="1420321"/>
        <a:ext cx="436879" cy="4080"/>
      </dsp:txXfrm>
    </dsp:sp>
    <dsp:sp modelId="{68F60B56-F10F-4AEA-9B7D-9180A1FEF1B0}">
      <dsp:nvSpPr>
        <dsp:cNvPr id="0" name=""/>
        <dsp:cNvSpPr/>
      </dsp:nvSpPr>
      <dsp:spPr>
        <a:xfrm>
          <a:off x="8734828" y="17105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5. Train on SVD model (Learns latent vector per user and per movie)</a:t>
          </a:r>
        </a:p>
      </dsp:txBody>
      <dsp:txXfrm>
        <a:off x="8734828" y="171055"/>
        <a:ext cx="1773994" cy="1064396"/>
      </dsp:txXfrm>
    </dsp:sp>
    <dsp:sp modelId="{9661F8C2-1D4B-4298-9CF6-54B7D9343BED}">
      <dsp:nvSpPr>
        <dsp:cNvPr id="0" name=""/>
        <dsp:cNvSpPr/>
      </dsp:nvSpPr>
      <dsp:spPr>
        <a:xfrm>
          <a:off x="1778971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2173628"/>
        <a:ext cx="20400" cy="4080"/>
      </dsp:txXfrm>
    </dsp:sp>
    <dsp:sp modelId="{674E8386-7531-4DEF-AF74-A2E8D9F6459B}">
      <dsp:nvSpPr>
        <dsp:cNvPr id="0" name=""/>
        <dsp:cNvSpPr/>
      </dsp:nvSpPr>
      <dsp:spPr>
        <a:xfrm>
          <a:off x="6777" y="1643470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6. Fetch Thousands of movies from TMDB</a:t>
          </a:r>
        </a:p>
      </dsp:txBody>
      <dsp:txXfrm>
        <a:off x="6777" y="1643470"/>
        <a:ext cx="1773994" cy="1064396"/>
      </dsp:txXfrm>
    </dsp:sp>
    <dsp:sp modelId="{0DAB35E9-6FCC-4BB1-AF03-C086B1E5ED01}">
      <dsp:nvSpPr>
        <dsp:cNvPr id="0" name=""/>
        <dsp:cNvSpPr/>
      </dsp:nvSpPr>
      <dsp:spPr>
        <a:xfrm>
          <a:off x="3960984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2173628"/>
        <a:ext cx="20400" cy="4080"/>
      </dsp:txXfrm>
    </dsp:sp>
    <dsp:sp modelId="{4DED9C11-7511-4901-8883-558DF4E23713}">
      <dsp:nvSpPr>
        <dsp:cNvPr id="0" name=""/>
        <dsp:cNvSpPr/>
      </dsp:nvSpPr>
      <dsp:spPr>
        <a:xfrm>
          <a:off x="2188790" y="1643470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7. Build clean TMDB movie log</a:t>
          </a:r>
        </a:p>
      </dsp:txBody>
      <dsp:txXfrm>
        <a:off x="2188790" y="1643470"/>
        <a:ext cx="1773994" cy="1064396"/>
      </dsp:txXfrm>
    </dsp:sp>
    <dsp:sp modelId="{65AE6DB5-3586-4222-A83D-88B4DEE9666D}">
      <dsp:nvSpPr>
        <dsp:cNvPr id="0" name=""/>
        <dsp:cNvSpPr/>
      </dsp:nvSpPr>
      <dsp:spPr>
        <a:xfrm>
          <a:off x="6142997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6321505" y="2173628"/>
        <a:ext cx="20400" cy="4080"/>
      </dsp:txXfrm>
    </dsp:sp>
    <dsp:sp modelId="{1F1165B4-40C9-4E94-B327-FE91EB0D42DF}">
      <dsp:nvSpPr>
        <dsp:cNvPr id="0" name=""/>
        <dsp:cNvSpPr/>
      </dsp:nvSpPr>
      <dsp:spPr>
        <a:xfrm>
          <a:off x="4370802" y="1643470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8. Extract users’ favorite genres</a:t>
          </a:r>
        </a:p>
      </dsp:txBody>
      <dsp:txXfrm>
        <a:off x="4370802" y="1643470"/>
        <a:ext cx="1773994" cy="1064396"/>
      </dsp:txXfrm>
    </dsp:sp>
    <dsp:sp modelId="{4F6EFD62-B3BC-4DDF-94E3-33F4BCE00D80}">
      <dsp:nvSpPr>
        <dsp:cNvPr id="0" name=""/>
        <dsp:cNvSpPr/>
      </dsp:nvSpPr>
      <dsp:spPr>
        <a:xfrm>
          <a:off x="8325009" y="2129948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8503518" y="2173628"/>
        <a:ext cx="20400" cy="4080"/>
      </dsp:txXfrm>
    </dsp:sp>
    <dsp:sp modelId="{6C63BE91-BF0B-42D5-8A91-FF9ED2135163}">
      <dsp:nvSpPr>
        <dsp:cNvPr id="0" name=""/>
        <dsp:cNvSpPr/>
      </dsp:nvSpPr>
      <dsp:spPr>
        <a:xfrm>
          <a:off x="6552815" y="1643470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9. Score every movie for every user</a:t>
          </a:r>
        </a:p>
      </dsp:txBody>
      <dsp:txXfrm>
        <a:off x="6552815" y="1643470"/>
        <a:ext cx="1773994" cy="1064396"/>
      </dsp:txXfrm>
    </dsp:sp>
    <dsp:sp modelId="{BBE02DAB-D1F9-4641-936D-63436E1E507C}">
      <dsp:nvSpPr>
        <dsp:cNvPr id="0" name=""/>
        <dsp:cNvSpPr/>
      </dsp:nvSpPr>
      <dsp:spPr>
        <a:xfrm>
          <a:off x="893774" y="2706067"/>
          <a:ext cx="8728050" cy="377418"/>
        </a:xfrm>
        <a:custGeom>
          <a:avLst/>
          <a:gdLst/>
          <a:ahLst/>
          <a:cxnLst/>
          <a:rect l="0" t="0" r="0" b="0"/>
          <a:pathLst>
            <a:path>
              <a:moveTo>
                <a:pt x="8728050" y="0"/>
              </a:moveTo>
              <a:lnTo>
                <a:pt x="8728050" y="205809"/>
              </a:lnTo>
              <a:lnTo>
                <a:pt x="0" y="205809"/>
              </a:lnTo>
              <a:lnTo>
                <a:pt x="0" y="377418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039360" y="2892736"/>
        <a:ext cx="436879" cy="4080"/>
      </dsp:txXfrm>
    </dsp:sp>
    <dsp:sp modelId="{F01BB4D2-0BF5-451C-AC31-53D4E725F808}">
      <dsp:nvSpPr>
        <dsp:cNvPr id="0" name=""/>
        <dsp:cNvSpPr/>
      </dsp:nvSpPr>
      <dsp:spPr>
        <a:xfrm>
          <a:off x="8734828" y="1643470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10. Pick top 20 movies for each user</a:t>
          </a:r>
        </a:p>
      </dsp:txBody>
      <dsp:txXfrm>
        <a:off x="8734828" y="1643470"/>
        <a:ext cx="1773994" cy="1064396"/>
      </dsp:txXfrm>
    </dsp:sp>
    <dsp:sp modelId="{E5ACCE7F-A451-45A5-96F5-993C572E4346}">
      <dsp:nvSpPr>
        <dsp:cNvPr id="0" name=""/>
        <dsp:cNvSpPr/>
      </dsp:nvSpPr>
      <dsp:spPr>
        <a:xfrm>
          <a:off x="1778971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1957480" y="3646043"/>
        <a:ext cx="20400" cy="4080"/>
      </dsp:txXfrm>
    </dsp:sp>
    <dsp:sp modelId="{987C36A5-0F75-4CBA-BA10-64B4515FA4FA}">
      <dsp:nvSpPr>
        <dsp:cNvPr id="0" name=""/>
        <dsp:cNvSpPr/>
      </dsp:nvSpPr>
      <dsp:spPr>
        <a:xfrm>
          <a:off x="6777" y="311588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11. Deduplicates </a:t>
          </a:r>
        </a:p>
      </dsp:txBody>
      <dsp:txXfrm>
        <a:off x="6777" y="3115885"/>
        <a:ext cx="1773994" cy="1064396"/>
      </dsp:txXfrm>
    </dsp:sp>
    <dsp:sp modelId="{BB6A85CF-4F16-4B32-B85D-5567512F96B4}">
      <dsp:nvSpPr>
        <dsp:cNvPr id="0" name=""/>
        <dsp:cNvSpPr/>
      </dsp:nvSpPr>
      <dsp:spPr>
        <a:xfrm>
          <a:off x="3960984" y="3602364"/>
          <a:ext cx="377418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377418" y="45720"/>
              </a:lnTo>
            </a:path>
          </a:pathLst>
        </a:custGeom>
        <a:noFill/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139493" y="3646043"/>
        <a:ext cx="20400" cy="4080"/>
      </dsp:txXfrm>
    </dsp:sp>
    <dsp:sp modelId="{030110C8-A2E1-41CD-B514-CFDB79A72A12}">
      <dsp:nvSpPr>
        <dsp:cNvPr id="0" name=""/>
        <dsp:cNvSpPr/>
      </dsp:nvSpPr>
      <dsp:spPr>
        <a:xfrm>
          <a:off x="2188790" y="311588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12. Deletes Old Recommendations </a:t>
          </a:r>
        </a:p>
      </dsp:txBody>
      <dsp:txXfrm>
        <a:off x="2188790" y="3115885"/>
        <a:ext cx="1773994" cy="1064396"/>
      </dsp:txXfrm>
    </dsp:sp>
    <dsp:sp modelId="{3B493890-0A18-45B9-AECC-23E507584C8E}">
      <dsp:nvSpPr>
        <dsp:cNvPr id="0" name=""/>
        <dsp:cNvSpPr/>
      </dsp:nvSpPr>
      <dsp:spPr>
        <a:xfrm>
          <a:off x="4370802" y="3115885"/>
          <a:ext cx="1773994" cy="1064396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6927" tIns="91245" rIns="86927" bIns="91245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13. Upload New Recommendations	</a:t>
          </a:r>
        </a:p>
      </dsp:txBody>
      <dsp:txXfrm>
        <a:off x="4370802" y="3115885"/>
        <a:ext cx="1773994" cy="1064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7751DD-74B8-4CD6-BFF6-6DAD8A813457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25A8E0-A27A-48B4-B626-142953AC4A0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806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It’s simple, there is too many movies out there which go under the radar. We don’t want to waste the few free hours searching through a million movies or even worse, watching a bad movie.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5A8E0-A27A-48B4-B626-142953AC4A0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049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Machine Learning! Instead of spending endless time searching for new movies. We can use AI Machine Learning to find good matches based on a users’ likes!</a:t>
            </a:r>
          </a:p>
          <a:p>
            <a:r>
              <a:rPr lang="en-US" dirty="0"/>
              <a:t>This project seeks to solve the problem of content overload by delivering accurate, personalized movie recommendations that improve user experience, reduce browsing time, and enhance overall satisfaction.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5A8E0-A27A-48B4-B626-142953AC4A0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96670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script trains a </a:t>
            </a:r>
            <a:r>
              <a:rPr lang="en-US" b="1" dirty="0"/>
              <a:t>movie recommendation model</a:t>
            </a:r>
            <a:r>
              <a:rPr lang="en-US" dirty="0"/>
              <a:t> using </a:t>
            </a:r>
            <a:r>
              <a:rPr lang="en-US" b="1" dirty="0"/>
              <a:t>SVD (Singular Value Decomposition)</a:t>
            </a:r>
            <a:r>
              <a:rPr lang="en-US" dirty="0"/>
              <a:t> from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surprise</a:t>
            </a:r>
            <a:r>
              <a:rPr lang="en-US" dirty="0"/>
              <a:t> ML library.</a:t>
            </a:r>
            <a:br>
              <a:rPr lang="en-US" dirty="0"/>
            </a:br>
            <a:r>
              <a:rPr lang="en-US" dirty="0"/>
              <a:t>It learns which movies users </a:t>
            </a:r>
            <a:r>
              <a:rPr lang="en-US" i="1" dirty="0"/>
              <a:t>might</a:t>
            </a:r>
            <a:r>
              <a:rPr lang="en-US" dirty="0"/>
              <a:t> like based on what they already liked.</a:t>
            </a:r>
          </a:p>
          <a:p>
            <a:r>
              <a:rPr lang="en-US" dirty="0"/>
              <a:t>Then it saves predicted recommendations into a </a:t>
            </a:r>
            <a:r>
              <a:rPr lang="en-US" dirty="0" err="1"/>
              <a:t>Supabase</a:t>
            </a:r>
            <a:r>
              <a:rPr lang="en-US" dirty="0"/>
              <a:t> table.</a:t>
            </a:r>
          </a:p>
          <a:p>
            <a:r>
              <a:rPr lang="en-US" dirty="0"/>
              <a:t>It uses SGD updating parameters little by little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5A8E0-A27A-48B4-B626-142953AC4A0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033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#9 – Skips already liked, uses SVD score, checks how many genres match, 	</a:t>
            </a:r>
            <a:r>
              <a:rPr lang="en-US" dirty="0" err="1"/>
              <a:t>tmdb</a:t>
            </a:r>
            <a:r>
              <a:rPr lang="en-US" dirty="0"/>
              <a:t> rating, combines into hybrid score.</a:t>
            </a:r>
            <a:br>
              <a:rPr lang="en-US" dirty="0"/>
            </a:br>
            <a:r>
              <a:rPr lang="en-US" dirty="0"/>
              <a:t>Result </a:t>
            </a:r>
            <a:r>
              <a:rPr lang="en-US" b="1" dirty="0"/>
              <a:t>✔️ Collaborative filtering (SVD)</a:t>
            </a:r>
          </a:p>
          <a:p>
            <a:r>
              <a:rPr lang="en-US" b="1" dirty="0"/>
              <a:t>✔️ Content-based filtering (genres)</a:t>
            </a:r>
          </a:p>
          <a:p>
            <a:r>
              <a:rPr lang="en-US" b="1" dirty="0"/>
              <a:t>✔️ Popularity ranking (TMDB rating)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25A8E0-A27A-48B4-B626-142953AC4A0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155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FAF2-1B95-4B64-AD4B-986E4F74B7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C3432-8332-DE22-1DBB-1D83C62324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465C2E-19D6-B5D8-01F9-C1E0A7672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054F19-9252-A1B1-A6E7-653E870A3E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129AE3-716A-6882-E805-57639306A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1344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7B525-3379-86AF-C148-714C9E1C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D0B714-CE50-7E84-CD91-39F3A1324D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26FA80-9547-6ACB-2651-EEC646DA02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C8E17E-533F-3116-80C4-AE7F63278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530113-C5DE-5393-4737-7BFA7F410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30081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AD61-BE75-8498-9D97-098975FD90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07362B-B363-291F-70C2-603899943A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54D484-940B-E224-C0D4-B214396C1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3FB88F-7EC3-C0E4-52EC-D4522AFD1F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3C885F-FCE4-68CB-468D-4C77D330D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78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380EE-AAF5-66A3-7C5D-55C26A80A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A2468D-5463-51C6-B744-4B39CC7E728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12F0AE1-457A-F4C4-854B-38318E8608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7F42A3-9809-24FB-9587-1120A78C5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47DD869-07DD-2F65-0B65-59F49CB12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B346EA-4AB8-D399-761C-F072043A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16842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DFF49-9473-30A9-5C9D-464C0FC58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1CA596-6EC8-4B48-F0E5-D741EE5AE8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8F5210-2E81-114E-746A-9F58277329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7FAC2FE-673A-A7F6-C32C-031C450905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8E57F1-DF4E-80EB-6BF1-B9230BE30A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A41F46-D38C-EEEC-0DFF-76CE34C9C4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8426D79-A06D-5A4E-6356-3E78E62D0A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464C01-E52B-D02D-26F5-84E9607A1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4633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03AF-09C4-5378-B7DB-79924B5D43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D96A0D-6EA3-92BA-ED57-8363DF832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04E8C6-83AD-F4FC-6CFF-1C845B55F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E4FC98-DFA9-2B9F-2F98-23836C81E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24403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F6CD48E-5524-3854-8F0C-3F362A42A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8A00A9-A57B-B49A-7948-EE7525BF01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7B6E89-3DC9-F08D-73C5-A25887C16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7606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9EEF9-1592-351B-446D-8A13872F9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D494FA-DEE8-3C4C-316F-7C4FD7C24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6BF9F6-8E72-99C5-58CF-C3830D806F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99BDC1-36FC-EA54-EED4-4F6D5290E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87BE75-4D35-C4E0-ED8E-591733DEC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C918C0-B4EF-1A31-D863-0B4DDD0A5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218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3B5E8-9AF6-C19C-02FA-7C2BBACAC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6D39B9-558C-36BD-FF6D-334F37A87B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0F4D92-2E6C-8EAD-070C-A6ECD9EFC42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FA70D-1E18-EC42-6292-1A72F7050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69B07D-A2AD-69D1-720C-D738ED635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6966A5-09E2-CC7D-EBDE-4792B11B50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461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63D29-8CF8-B022-81B6-921ED7D22B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BAB676C-D320-3737-4F07-DB27A12535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EF7C1D-0E25-CF6F-527A-D39B7D9E0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A7C53F-DA21-E6E4-3729-0D72DFC151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7B7612-C7B8-10E3-4F95-3A33D650A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9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84D4D0-9128-6382-C400-020905416B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BC4CB8-39D4-7658-9A48-728842E117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31E53E-26EA-B7F1-A395-780F342474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74A16-D303-3852-EF74-34605D0B3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AD7459-B47F-E540-47EE-E6ED075F4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433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A572F0-B264-CB1C-2058-5C1027E2B7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3A8155-C30A-4B93-1C6D-BFE97B5DE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6F00B-58B9-A649-3040-22B69F4D38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92D934-C1E1-4F35-8ECC-9972AA97D066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49BEC3-38B8-7B8F-2169-73468413D7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DA6FC5-A36F-262B-FB0D-5FAE12AD05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2C93D0-8EBE-4919-8734-2FDE6BB59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719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4.jpeg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1A3C89F8-0D2F-47FF-B903-151248265F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81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01A975-1F0A-263E-A896-4FD4B5522A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80430" y="583345"/>
            <a:ext cx="7160357" cy="4164820"/>
          </a:xfrm>
        </p:spPr>
        <p:txBody>
          <a:bodyPr anchor="t">
            <a:normAutofit/>
          </a:bodyPr>
          <a:lstStyle/>
          <a:p>
            <a:pPr algn="r"/>
            <a:r>
              <a:rPr lang="en-US" sz="8000">
                <a:solidFill>
                  <a:srgbClr val="FFFFFF"/>
                </a:solidFill>
              </a:rPr>
              <a:t>Moviemeter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DF4B77-5B52-A1FF-EF98-1F67EB7FF9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08228" y="5972174"/>
            <a:ext cx="8578699" cy="504825"/>
          </a:xfrm>
        </p:spPr>
        <p:txBody>
          <a:bodyPr>
            <a:normAutofit/>
          </a:bodyPr>
          <a:lstStyle/>
          <a:p>
            <a:pPr algn="l"/>
            <a:r>
              <a:rPr lang="en-US" sz="2000" dirty="0">
                <a:solidFill>
                  <a:srgbClr val="FFFFFF"/>
                </a:solidFill>
              </a:rPr>
              <a:t>By: Hunter Smith, Guillermo Flores, Darien Walker</a:t>
            </a:r>
          </a:p>
        </p:txBody>
      </p:sp>
      <p:sp>
        <p:nvSpPr>
          <p:cNvPr id="10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74359" y="583345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2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33139" y="812640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14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58819" y="1037066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56114" y="3503032"/>
            <a:ext cx="0" cy="334609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836425" y="5636680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0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245175" y="609675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2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554288" y="6238029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pic>
        <p:nvPicPr>
          <p:cNvPr id="1028" name="Picture 4" descr="IMDb's top 20 best rated films of all time! Agree or disagree with this  list? Is there a film that should have cracked top twenty? : r/FIlm">
            <a:extLst>
              <a:ext uri="{FF2B5EF4-FFF2-40B4-BE49-F238E27FC236}">
                <a16:creationId xmlns:a16="http://schemas.microsoft.com/office/drawing/2014/main" id="{E4C7F075-A95C-9FBE-A471-A446D1FE1C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039" y="223540"/>
            <a:ext cx="4420075" cy="5525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9124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1330E-B4B8-D538-2564-02E0258B6E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Rubric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3629A-093F-CA36-405D-3D61659E3D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sz="2900" b="1"/>
              <a:t>1. Content and Understanding (30 points)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Problem Definition (10 pts):</a:t>
            </a:r>
            <a:br>
              <a:rPr lang="en-US"/>
            </a:br>
            <a:r>
              <a:rPr lang="en-US"/>
              <a:t>Clearly explains the problem being addressed and why it is important or relevant.</a:t>
            </a:r>
            <a:br>
              <a:rPr lang="en-US"/>
            </a:br>
            <a:r>
              <a:rPr lang="en-US"/>
              <a:t>o 10: Exceptionally clear and insightful</a:t>
            </a:r>
            <a:br>
              <a:rPr lang="en-US"/>
            </a:br>
            <a:r>
              <a:rPr lang="en-US"/>
              <a:t>o 8: Clear, with good context</a:t>
            </a:r>
            <a:br>
              <a:rPr lang="en-US"/>
            </a:br>
            <a:r>
              <a:rPr lang="en-US"/>
              <a:t>o 6: Somewhat vague or incomplete</a:t>
            </a:r>
            <a:br>
              <a:rPr lang="en-US"/>
            </a:br>
            <a:r>
              <a:rPr lang="en-US"/>
              <a:t>o 4: Poorly defined or unclear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AI Methodology and Approach (10 pts):</a:t>
            </a:r>
            <a:br>
              <a:rPr lang="en-US"/>
            </a:br>
            <a:r>
              <a:rPr lang="en-US"/>
              <a:t>Demonstrates understanding of AI methods (e.g., ML model, NLP, computer vision, etc.)</a:t>
            </a:r>
            <a:br>
              <a:rPr lang="en-US"/>
            </a:br>
            <a:r>
              <a:rPr lang="en-US"/>
              <a:t>and explains how they are applied.</a:t>
            </a:r>
            <a:br>
              <a:rPr lang="en-US"/>
            </a:br>
            <a:r>
              <a:rPr lang="en-US"/>
              <a:t>o 10: Strong understanding and clear explanation</a:t>
            </a:r>
            <a:br>
              <a:rPr lang="en-US"/>
            </a:br>
            <a:r>
              <a:rPr lang="en-US"/>
              <a:t>o 8: Adequate explanation, minor gaps</a:t>
            </a:r>
            <a:br>
              <a:rPr lang="en-US"/>
            </a:br>
            <a:r>
              <a:rPr lang="en-US"/>
              <a:t>o 6: Basic mention with limited understanding</a:t>
            </a:r>
            <a:br>
              <a:rPr lang="en-US"/>
            </a:br>
            <a:r>
              <a:rPr lang="en-US"/>
              <a:t>o 4: Unclear or incorrect description</a:t>
            </a:r>
          </a:p>
          <a:p>
            <a:pPr marL="0" indent="0">
              <a:buNone/>
            </a:pPr>
            <a:br>
              <a:rPr lang="en-US"/>
            </a:br>
            <a:r>
              <a:rPr lang="en-US"/>
              <a:t>• Results and Analysis (10 pts):</a:t>
            </a:r>
            <a:br>
              <a:rPr lang="en-US"/>
            </a:br>
            <a:r>
              <a:rPr lang="en-US"/>
              <a:t>Shows evidence of testing, results, or demonstrations; interprets findings logically.</a:t>
            </a:r>
            <a:br>
              <a:rPr lang="en-US"/>
            </a:br>
            <a:r>
              <a:rPr lang="en-US"/>
              <a:t>o 10: Comprehensive results with analysis</a:t>
            </a:r>
            <a:br>
              <a:rPr lang="en-US"/>
            </a:br>
            <a:r>
              <a:rPr lang="en-US"/>
              <a:t>o 8: Reasonable results and interpretation</a:t>
            </a:r>
            <a:br>
              <a:rPr lang="en-US"/>
            </a:br>
            <a:r>
              <a:rPr lang="en-US"/>
              <a:t>o 6: Limited results or unclear explanation</a:t>
            </a:r>
            <a:br>
              <a:rPr lang="en-US"/>
            </a:br>
            <a:r>
              <a:rPr lang="en-US"/>
              <a:t>o 4: Missing or poorly interpreted results</a:t>
            </a:r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7035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0BEE-AA7C-7DDB-9C62-1085D4F6A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Rubric 2 (Design and Delivery)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AA1BA2-6F57-B904-AEAE-C68A17CEB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US" sz="4300" b="1"/>
              <a:t>2. Slide Design and Organization (25 points)</a:t>
            </a:r>
            <a:br>
              <a:rPr lang="en-US"/>
            </a:br>
            <a:r>
              <a:rPr lang="en-US"/>
              <a:t>• Clarity and Flow (10 pts):</a:t>
            </a:r>
            <a:br>
              <a:rPr lang="en-US"/>
            </a:br>
            <a:r>
              <a:rPr lang="en-US"/>
              <a:t>Slides are well-structured and easy to follow. Logical sequence from problem → method</a:t>
            </a:r>
            <a:br>
              <a:rPr lang="en-US"/>
            </a:br>
            <a:r>
              <a:rPr lang="en-US"/>
              <a:t>→ results → conclusion.</a:t>
            </a:r>
            <a:br>
              <a:rPr lang="en-US"/>
            </a:br>
            <a:r>
              <a:rPr lang="en-US"/>
              <a:t>• Visual Design (10 pts):</a:t>
            </a:r>
            <a:br>
              <a:rPr lang="en-US"/>
            </a:br>
            <a:r>
              <a:rPr lang="en-US"/>
              <a:t>Appropriate use of visuals, figures, and text. Balanced, readable, and professional-</a:t>
            </a:r>
            <a:br>
              <a:rPr lang="en-US"/>
            </a:br>
            <a:r>
              <a:rPr lang="en-US"/>
              <a:t>looking.</a:t>
            </a:r>
            <a:br>
              <a:rPr lang="en-US"/>
            </a:br>
            <a:r>
              <a:rPr lang="en-US"/>
              <a:t>• Proper Attribution (5 pts):</a:t>
            </a:r>
            <a:br>
              <a:rPr lang="en-US"/>
            </a:br>
            <a:r>
              <a:rPr lang="en-US"/>
              <a:t>Sources, data, and tools are properly cited on slides.</a:t>
            </a:r>
          </a:p>
          <a:p>
            <a:pPr marL="0" indent="0">
              <a:buNone/>
            </a:pPr>
            <a:br>
              <a:rPr lang="en-US" sz="3700" b="1"/>
            </a:br>
            <a:r>
              <a:rPr lang="en-US" sz="4300" b="1"/>
              <a:t>3. Presentation Delivery (30 points)</a:t>
            </a:r>
            <a:br>
              <a:rPr lang="en-US" sz="3700" b="1"/>
            </a:br>
            <a:r>
              <a:rPr lang="en-US"/>
              <a:t>• Oral Communication (10 pts):</a:t>
            </a:r>
            <a:br>
              <a:rPr lang="en-US"/>
            </a:br>
            <a:r>
              <a:rPr lang="en-US"/>
              <a:t>Clear, confident speaking; appropriate pacing; avoids reading directly from slides.</a:t>
            </a:r>
            <a:br>
              <a:rPr lang="en-US"/>
            </a:br>
            <a:r>
              <a:rPr lang="en-US"/>
              <a:t>• Team Collaboration (10 pts):</a:t>
            </a:r>
            <a:br>
              <a:rPr lang="en-US"/>
            </a:br>
            <a:r>
              <a:rPr lang="en-US"/>
              <a:t>All team members contribute meaningfully; balanced participation.</a:t>
            </a:r>
          </a:p>
          <a:p>
            <a:pPr marL="0" indent="0">
              <a:buNone/>
            </a:pPr>
            <a:r>
              <a:rPr lang="en-US"/>
              <a:t>• Engagement and Questions (10 pts):</a:t>
            </a:r>
            <a:br>
              <a:rPr lang="en-US"/>
            </a:br>
            <a:r>
              <a:rPr lang="en-US"/>
              <a:t>Maintains audience interest, handles questions thoughtfully.</a:t>
            </a:r>
          </a:p>
          <a:p>
            <a:pPr marL="0" indent="0">
              <a:buNone/>
            </a:pPr>
            <a:br>
              <a:rPr lang="en-US"/>
            </a:br>
            <a:r>
              <a:rPr lang="en-US" sz="3500" b="1"/>
              <a:t>4. Professionalism and Timing (15 points)</a:t>
            </a:r>
            <a:br>
              <a:rPr lang="en-US"/>
            </a:br>
            <a:r>
              <a:rPr lang="en-US"/>
              <a:t>• Adherence to Time Limit (5 pts):</a:t>
            </a:r>
            <a:br>
              <a:rPr lang="en-US"/>
            </a:br>
            <a:r>
              <a:rPr lang="en-US"/>
              <a:t>Presentation stays within the allotted time (e.g., 8–10 minutes).</a:t>
            </a:r>
            <a:br>
              <a:rPr lang="en-US"/>
            </a:br>
            <a:r>
              <a:rPr lang="en-US"/>
              <a:t>• Professional Conduct (5 pts):</a:t>
            </a:r>
            <a:br>
              <a:rPr lang="en-US"/>
            </a:br>
            <a:r>
              <a:rPr lang="en-US"/>
              <a:t>Shows preparedness, enthusiasm, and respect.</a:t>
            </a:r>
            <a:br>
              <a:rPr lang="en-US"/>
            </a:br>
            <a:r>
              <a:rPr lang="en-US"/>
              <a:t>• Technical Readiness (5 pts):</a:t>
            </a:r>
            <a:br>
              <a:rPr lang="en-US"/>
            </a:br>
            <a:r>
              <a:rPr lang="en-US"/>
              <a:t>Slides, demos, and transitions run smoothly without major technical issues.</a:t>
            </a:r>
            <a:br>
              <a:rPr lang="en-US"/>
            </a:br>
            <a:r>
              <a:rPr lang="en-US"/>
              <a:t>Total: 100 points</a:t>
            </a:r>
            <a:br>
              <a:rPr lang="en-US"/>
            </a:br>
            <a:r>
              <a:rPr lang="en-US"/>
              <a:t>Notes: Grades for each member in a group may differ according to contributions in work</a:t>
            </a:r>
            <a:br>
              <a:rPr lang="en-US"/>
            </a:br>
            <a:r>
              <a:rPr lang="en-US"/>
              <a:t>and presentation delivery</a:t>
            </a:r>
          </a:p>
        </p:txBody>
      </p:sp>
    </p:spTree>
    <p:extLst>
      <p:ext uri="{BB962C8B-B14F-4D97-AF65-F5344CB8AC3E}">
        <p14:creationId xmlns:p14="http://schemas.microsoft.com/office/powerpoint/2010/main" val="33367575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3C756-8F2A-631C-50E0-E83062DB3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1013" y="3752849"/>
            <a:ext cx="3290887" cy="2452687"/>
          </a:xfrm>
        </p:spPr>
        <p:txBody>
          <a:bodyPr anchor="ctr">
            <a:normAutofit/>
          </a:bodyPr>
          <a:lstStyle/>
          <a:p>
            <a:r>
              <a:rPr lang="en-US" sz="3600" dirty="0"/>
              <a:t>Problem Definition</a:t>
            </a:r>
          </a:p>
        </p:txBody>
      </p:sp>
      <p:pic>
        <p:nvPicPr>
          <p:cNvPr id="1026" name="Picture 2" descr="Too Many Movies, Too Little Time |">
            <a:extLst>
              <a:ext uri="{FF2B5EF4-FFF2-40B4-BE49-F238E27FC236}">
                <a16:creationId xmlns:a16="http://schemas.microsoft.com/office/drawing/2014/main" id="{0EFD3F6E-9684-9D11-8B7A-D2E090AF12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9" b="6388"/>
          <a:stretch>
            <a:fillRect/>
          </a:stretch>
        </p:blipFill>
        <p:spPr bwMode="auto">
          <a:xfrm>
            <a:off x="20" y="10"/>
            <a:ext cx="12191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47159A-AA8B-85FF-8E38-91495F744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3982" y="3752850"/>
            <a:ext cx="7485413" cy="2452687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None/>
            </a:pPr>
            <a:r>
              <a:rPr lang="en-US" sz="2000" dirty="0"/>
              <a:t>There is too many movies out there which go under the radar. We don’t want to waste the few free hours searching through a million movies or even worse, watching a bad movie.</a:t>
            </a:r>
          </a:p>
          <a:p>
            <a:pPr>
              <a:buNone/>
            </a:pPr>
            <a:endParaRPr lang="en-US" sz="2000" dirty="0"/>
          </a:p>
          <a:p>
            <a:pPr>
              <a:buNone/>
            </a:pPr>
            <a:r>
              <a:rPr lang="en-US" sz="2000" dirty="0"/>
              <a:t>The goal is to provide a recommendation website that invites the user to find new things they enjoy in an efficient setting.</a:t>
            </a:r>
          </a:p>
          <a:p>
            <a:pPr>
              <a:buNone/>
            </a:pPr>
            <a:endParaRPr lang="en-US" sz="1000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09919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7D3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C1DD1A8A-57D5-4A81-AD04-532B043C561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Yellow question mark">
            <a:extLst>
              <a:ext uri="{FF2B5EF4-FFF2-40B4-BE49-F238E27FC236}">
                <a16:creationId xmlns:a16="http://schemas.microsoft.com/office/drawing/2014/main" id="{B3C86C18-6E9F-0DF9-1B66-1E117AA7D9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27000"/>
                    </a14:imgEffect>
                  </a14:imgLayer>
                </a14:imgProps>
              </a:ext>
            </a:extLst>
          </a:blip>
          <a:srcRect l="211" t="-352" r="-254" b="6549"/>
          <a:stretch>
            <a:fillRect/>
          </a:stretch>
        </p:blipFill>
        <p:spPr>
          <a:xfrm>
            <a:off x="2101" y="9"/>
            <a:ext cx="12197156" cy="6861866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07891EC-4501-44ED-A8C8-B11B6DB767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7602"/>
            <a:ext cx="12191999" cy="3162146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25000">
                <a:srgbClr val="000000">
                  <a:alpha val="15000"/>
                </a:srgbClr>
              </a:gs>
              <a:gs pos="75000">
                <a:srgbClr val="000000">
                  <a:alpha val="15000"/>
                </a:srgbClr>
              </a:gs>
              <a:gs pos="50000">
                <a:srgbClr val="000000">
                  <a:alpha val="30000"/>
                </a:srgbClr>
              </a:gs>
              <a:gs pos="100000">
                <a:srgbClr val="000000">
                  <a:alpha val="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A7B1C0-ACBE-5B85-AD51-1025E455B6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103120" y="-2470977"/>
            <a:ext cx="10058400" cy="357477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dirty="0">
                <a:solidFill>
                  <a:srgbClr val="FFFFFF"/>
                </a:solidFill>
              </a:rPr>
              <a:t>Solution?</a:t>
            </a:r>
          </a:p>
        </p:txBody>
      </p:sp>
    </p:spTree>
    <p:extLst>
      <p:ext uri="{BB962C8B-B14F-4D97-AF65-F5344CB8AC3E}">
        <p14:creationId xmlns:p14="http://schemas.microsoft.com/office/powerpoint/2010/main" val="23872323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2F9FC-7347-C4AA-FEA6-BE6A17550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AI Methods and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2ADA0D-3EF2-7A88-6311-1F3D1564B4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181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/>
              <a:t>Scalable storage:</a:t>
            </a:r>
            <a:r>
              <a:rPr lang="en-US" dirty="0"/>
              <a:t> </a:t>
            </a:r>
            <a:r>
              <a:rPr lang="en-US" dirty="0" err="1"/>
              <a:t>Supabase</a:t>
            </a:r>
            <a:r>
              <a:rPr lang="en-US" dirty="0"/>
              <a:t> enables reliable retrieval and deployment of recommendation data.</a:t>
            </a:r>
          </a:p>
          <a:p>
            <a:r>
              <a:rPr lang="en-US" b="1" dirty="0"/>
              <a:t>Collaborative filtering (SVD)</a:t>
            </a:r>
            <a:r>
              <a:rPr lang="en-US" dirty="0"/>
              <a:t> effectively extracts underlying user–movie preference patterns.</a:t>
            </a:r>
          </a:p>
          <a:p>
            <a:r>
              <a:rPr lang="en-US" b="1" dirty="0"/>
              <a:t>Automated training and batch insertion</a:t>
            </a:r>
            <a:r>
              <a:rPr lang="en-US" dirty="0"/>
              <a:t> support periodic refresh cycles for evolving user interactions.</a:t>
            </a:r>
          </a:p>
          <a:p>
            <a:r>
              <a:rPr lang="en-US" b="1" dirty="0"/>
              <a:t>Efficient preprocessing and batching</a:t>
            </a:r>
            <a:r>
              <a:rPr lang="en-US" dirty="0"/>
              <a:t> ensure low computational overhead and maintainability.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820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2BD2C1-A5D1-8E12-153C-580D249338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DF5BFD-E5AD-4DF2-937C-1F7E0DB07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Collaborative Filtering via SVD (from Surprise library)</a:t>
            </a:r>
          </a:p>
          <a:p>
            <a:r>
              <a:rPr lang="en-US" dirty="0"/>
              <a:t>This learns user preferences from your </a:t>
            </a:r>
            <a:r>
              <a:rPr lang="en-US" b="1" dirty="0" err="1"/>
              <a:t>liked_movies</a:t>
            </a:r>
            <a:r>
              <a:rPr lang="en-US" dirty="0"/>
              <a:t> table.</a:t>
            </a:r>
          </a:p>
          <a:p>
            <a:pPr marL="0" indent="0">
              <a:buNone/>
            </a:pPr>
            <a:r>
              <a:rPr lang="en-US" b="1" dirty="0"/>
              <a:t>Content &amp; popularity signals</a:t>
            </a:r>
          </a:p>
          <a:p>
            <a:r>
              <a:rPr lang="en-US" dirty="0"/>
              <a:t>These come from TMDB rating and genre overlap.</a:t>
            </a:r>
          </a:p>
          <a:p>
            <a:pPr marL="0" indent="0">
              <a:buNone/>
            </a:pPr>
            <a:r>
              <a:rPr lang="en-US" b="1" dirty="0"/>
              <a:t>Hybrid scoring</a:t>
            </a:r>
          </a:p>
          <a:p>
            <a:r>
              <a:rPr lang="en-US" dirty="0"/>
              <a:t>All three (SVD + genre + TMDB rating) are blended to produce the final recommendation score.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55668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-up of a wave of dots&#10;&#10;AI-generated content may be incorrect.">
            <a:extLst>
              <a:ext uri="{FF2B5EF4-FFF2-40B4-BE49-F238E27FC236}">
                <a16:creationId xmlns:a16="http://schemas.microsoft.com/office/drawing/2014/main" id="{3A46B340-43DF-144D-EB99-472EE21952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F38EFC-D39D-9AD2-7227-26B31AA233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How the Hybrid Model works ?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62BFF23-2D5E-2174-BD64-3EA000B56E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5249609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8440502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D473-C842-16A8-4945-58EF80986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Analysis 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F5191A0-07CA-8920-D644-575723A6AAA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78656" y="1674797"/>
            <a:ext cx="10834687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b="1" dirty="0">
                <a:latin typeface="Arial" panose="020B0604020202020204" pitchFamily="34" charset="0"/>
              </a:rPr>
              <a:t>Pros</a:t>
            </a:r>
            <a:endParaRPr kumimoji="0" lang="en-US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full AI pipeline runs successfully: data retrieval, model training, prediction generation and database upload.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SVD model produces personalized recommendations based on user rating history.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Recommendations exclude previously liked movies and align with user genre/taste patterns.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Backend is stable: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Supabase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tables sync correctly, batch inserts work efficiently, and no runtime errors occur.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User experience improves</a:t>
            </a:r>
            <a:r>
              <a:rPr lang="en-US" altLang="en-US" sz="2000" dirty="0">
                <a:latin typeface="Arial" panose="020B0604020202020204" pitchFamily="34" charset="0"/>
              </a:rPr>
              <a:t>. M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ovies are easier to find, search time is reduced, and recommendations update instantly after new likes.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Overall,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MovieMeter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is fully functional, reliable, and ready for real user usage and scaling.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000" b="1" dirty="0">
                <a:latin typeface="Arial" panose="020B0604020202020204" pitchFamily="34" charset="0"/>
              </a:rPr>
              <a:t>Cons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</a:rPr>
              <a:t>SVD currently performs on likes of users. A user rating movies (1-10) would result in a better input set </a:t>
            </a:r>
            <a:r>
              <a:rPr lang="en-US" altLang="en-US" sz="2000">
                <a:latin typeface="Arial" panose="020B0604020202020204" pitchFamily="34" charset="0"/>
              </a:rPr>
              <a:t>to work on.</a:t>
            </a:r>
            <a:endParaRPr lang="en-US" altLang="en-US" sz="2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19470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17184B-4937-E195-E578-C625B2AB91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91FC7-E9E7-3739-A6B0-ADEEF9FD8D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6263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8E253-B61B-D448-65D1-631069693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Thank you for listening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205BC-D0D5-B0D3-6029-D279696685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235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3DCC2F-63C6-155E-2F14-ECA88B217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Questions?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1D293-01F4-83D1-4E76-EF3B5C59F8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21 Questions Game: 180+ Best Questions You'll Ever Ask |">
            <a:extLst>
              <a:ext uri="{FF2B5EF4-FFF2-40B4-BE49-F238E27FC236}">
                <a16:creationId xmlns:a16="http://schemas.microsoft.com/office/drawing/2014/main" id="{A87193E6-C65C-A50E-E65A-9A5F30A748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11969" y="0"/>
            <a:ext cx="13215937" cy="6872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81212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1101</Words>
  <Application>Microsoft Office PowerPoint</Application>
  <PresentationFormat>Widescreen</PresentationFormat>
  <Paragraphs>70</Paragraphs>
  <Slides>12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Moviemeter</vt:lpstr>
      <vt:lpstr>Rubric 1</vt:lpstr>
      <vt:lpstr>Rubric 2 (Design and Delivery)</vt:lpstr>
      <vt:lpstr>Problem Definition</vt:lpstr>
      <vt:lpstr>Solution?</vt:lpstr>
      <vt:lpstr>AI Methods and Methodology</vt:lpstr>
      <vt:lpstr>Scoring</vt:lpstr>
      <vt:lpstr>How the Hybrid Model works ?</vt:lpstr>
      <vt:lpstr>Results and Analysis </vt:lpstr>
      <vt:lpstr>Demo</vt:lpstr>
      <vt:lpstr>Thank you for listening</vt:lpstr>
      <vt:lpstr>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Hunter T Smith</dc:creator>
  <cp:lastModifiedBy>Hunter T Smith</cp:lastModifiedBy>
  <cp:revision>1</cp:revision>
  <dcterms:created xsi:type="dcterms:W3CDTF">2025-11-12T17:18:34Z</dcterms:created>
  <dcterms:modified xsi:type="dcterms:W3CDTF">2025-11-20T16:10:01Z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66b0589-5486-4fa4-9e2e-e6138c587d2b_Enabled">
    <vt:lpwstr>true</vt:lpwstr>
  </property>
  <property fmtid="{D5CDD505-2E9C-101B-9397-08002B2CF9AE}" pid="3" name="MSIP_Label_766b0589-5486-4fa4-9e2e-e6138c587d2b_SetDate">
    <vt:lpwstr>2025-11-12T17:20:43Z</vt:lpwstr>
  </property>
  <property fmtid="{D5CDD505-2E9C-101B-9397-08002B2CF9AE}" pid="4" name="MSIP_Label_766b0589-5486-4fa4-9e2e-e6138c587d2b_Method">
    <vt:lpwstr>Standard</vt:lpwstr>
  </property>
  <property fmtid="{D5CDD505-2E9C-101B-9397-08002B2CF9AE}" pid="5" name="MSIP_Label_766b0589-5486-4fa4-9e2e-e6138c587d2b_Name">
    <vt:lpwstr>defa4170-0d19-0005-0004-bc88714345d2</vt:lpwstr>
  </property>
  <property fmtid="{D5CDD505-2E9C-101B-9397-08002B2CF9AE}" pid="6" name="MSIP_Label_766b0589-5486-4fa4-9e2e-e6138c587d2b_SiteId">
    <vt:lpwstr>abca6162-bfa7-4526-9826-e7fb30c1fc2e</vt:lpwstr>
  </property>
  <property fmtid="{D5CDD505-2E9C-101B-9397-08002B2CF9AE}" pid="7" name="MSIP_Label_766b0589-5486-4fa4-9e2e-e6138c587d2b_ActionId">
    <vt:lpwstr>71380cff-f7ab-47e2-ad7e-f454fe092242</vt:lpwstr>
  </property>
  <property fmtid="{D5CDD505-2E9C-101B-9397-08002B2CF9AE}" pid="8" name="MSIP_Label_766b0589-5486-4fa4-9e2e-e6138c587d2b_ContentBits">
    <vt:lpwstr>0</vt:lpwstr>
  </property>
  <property fmtid="{D5CDD505-2E9C-101B-9397-08002B2CF9AE}" pid="9" name="MSIP_Label_766b0589-5486-4fa4-9e2e-e6138c587d2b_Tag">
    <vt:lpwstr>10, 3, 0, 1</vt:lpwstr>
  </property>
</Properties>
</file>