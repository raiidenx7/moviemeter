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57" r:id="rId3"/>
    <p:sldId id="258" r:id="rId4"/>
    <p:sldId id="259" r:id="rId5"/>
    <p:sldId id="265" r:id="rId6"/>
    <p:sldId id="260" r:id="rId7"/>
    <p:sldId id="266" r:id="rId8"/>
    <p:sldId id="261" r:id="rId9"/>
    <p:sldId id="262" r:id="rId10"/>
    <p:sldId id="263" r:id="rId11"/>
    <p:sldId id="264"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5F0CC22-385B-43CC-9D91-4794FF1EBBF0}" v="12" dt="2025-11-18T20:05:08.743"/>
    <p1510:client id="{760AFDC9-3F23-AA3E-AD88-FA76E65A2519}" v="21" dt="2025-11-18T20:31:54.751"/>
    <p1510:client id="{B11C228C-261D-497C-B0CA-33D864AC70E3}" v="22" dt="2025-11-19T17:36:46.79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66" d="100"/>
          <a:sy n="66" d="100"/>
        </p:scale>
        <p:origin x="0" y="0"/>
      </p:cViewPr>
      <p:guideLst/>
    </p:cSldViewPr>
  </p:slide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unter T Smith" userId="85048cc5-0361-478c-b7ab-429a8b03b5c9" providerId="ADAL" clId="{EE23C152-F5A7-494E-894C-B664F80D40D8}"/>
    <pc:docChg chg="undo custSel mod addSld modSld">
      <pc:chgData name="Hunter T Smith" userId="85048cc5-0361-478c-b7ab-429a8b03b5c9" providerId="ADAL" clId="{EE23C152-F5A7-494E-894C-B664F80D40D8}" dt="2025-11-18T20:05:08.743" v="1290" actId="1076"/>
      <pc:docMkLst>
        <pc:docMk/>
      </pc:docMkLst>
      <pc:sldChg chg="modSp new mod">
        <pc:chgData name="Hunter T Smith" userId="85048cc5-0361-478c-b7ab-429a8b03b5c9" providerId="ADAL" clId="{EE23C152-F5A7-494E-894C-B664F80D40D8}" dt="2025-11-12T17:20:42.623" v="22" actId="20577"/>
        <pc:sldMkLst>
          <pc:docMk/>
          <pc:sldMk cId="249124269" sldId="256"/>
        </pc:sldMkLst>
        <pc:spChg chg="mod">
          <ac:chgData name="Hunter T Smith" userId="85048cc5-0361-478c-b7ab-429a8b03b5c9" providerId="ADAL" clId="{EE23C152-F5A7-494E-894C-B664F80D40D8}" dt="2025-11-12T17:20:42.623" v="22" actId="20577"/>
          <ac:spMkLst>
            <pc:docMk/>
            <pc:sldMk cId="249124269" sldId="256"/>
            <ac:spMk id="2" creationId="{4501A975-1F0A-263E-A896-4FD4B5522AD2}"/>
          </ac:spMkLst>
        </pc:spChg>
      </pc:sldChg>
      <pc:sldChg chg="modSp new mod">
        <pc:chgData name="Hunter T Smith" userId="85048cc5-0361-478c-b7ab-429a8b03b5c9" providerId="ADAL" clId="{EE23C152-F5A7-494E-894C-B664F80D40D8}" dt="2025-11-12T17:25:07.272" v="118" actId="403"/>
        <pc:sldMkLst>
          <pc:docMk/>
          <pc:sldMk cId="281703575" sldId="257"/>
        </pc:sldMkLst>
        <pc:spChg chg="mod">
          <ac:chgData name="Hunter T Smith" userId="85048cc5-0361-478c-b7ab-429a8b03b5c9" providerId="ADAL" clId="{EE23C152-F5A7-494E-894C-B664F80D40D8}" dt="2025-11-12T17:22:47.052" v="53" actId="20577"/>
          <ac:spMkLst>
            <pc:docMk/>
            <pc:sldMk cId="281703575" sldId="257"/>
            <ac:spMk id="2" creationId="{11A1330E-B4B8-D538-2564-02E0258B6E3A}"/>
          </ac:spMkLst>
        </pc:spChg>
        <pc:spChg chg="mod">
          <ac:chgData name="Hunter T Smith" userId="85048cc5-0361-478c-b7ab-429a8b03b5c9" providerId="ADAL" clId="{EE23C152-F5A7-494E-894C-B664F80D40D8}" dt="2025-11-12T17:25:07.272" v="118" actId="403"/>
          <ac:spMkLst>
            <pc:docMk/>
            <pc:sldMk cId="281703575" sldId="257"/>
            <ac:spMk id="3" creationId="{33A3629A-093F-CA36-405D-3D61659E3D19}"/>
          </ac:spMkLst>
        </pc:spChg>
      </pc:sldChg>
      <pc:sldChg chg="modSp new mod">
        <pc:chgData name="Hunter T Smith" userId="85048cc5-0361-478c-b7ab-429a8b03b5c9" providerId="ADAL" clId="{EE23C152-F5A7-494E-894C-B664F80D40D8}" dt="2025-11-12T17:27:36.393" v="302" actId="20577"/>
        <pc:sldMkLst>
          <pc:docMk/>
          <pc:sldMk cId="3336757586" sldId="258"/>
        </pc:sldMkLst>
        <pc:spChg chg="mod">
          <ac:chgData name="Hunter T Smith" userId="85048cc5-0361-478c-b7ab-429a8b03b5c9" providerId="ADAL" clId="{EE23C152-F5A7-494E-894C-B664F80D40D8}" dt="2025-11-12T17:27:36.393" v="302" actId="20577"/>
          <ac:spMkLst>
            <pc:docMk/>
            <pc:sldMk cId="3336757586" sldId="258"/>
            <ac:spMk id="2" creationId="{0C200BEE-AA7C-7DDB-9C62-1085D4F6AE2C}"/>
          </ac:spMkLst>
        </pc:spChg>
        <pc:spChg chg="mod">
          <ac:chgData name="Hunter T Smith" userId="85048cc5-0361-478c-b7ab-429a8b03b5c9" providerId="ADAL" clId="{EE23C152-F5A7-494E-894C-B664F80D40D8}" dt="2025-11-12T17:24:55.984" v="116" actId="27636"/>
          <ac:spMkLst>
            <pc:docMk/>
            <pc:sldMk cId="3336757586" sldId="258"/>
            <ac:spMk id="3" creationId="{D1AA1BA2-6F57-B904-AEAE-C68A17CEB5F1}"/>
          </ac:spMkLst>
        </pc:spChg>
      </pc:sldChg>
      <pc:sldChg chg="addSp delSp modSp new mod modNotesTx">
        <pc:chgData name="Hunter T Smith" userId="85048cc5-0361-478c-b7ab-429a8b03b5c9" providerId="ADAL" clId="{EE23C152-F5A7-494E-894C-B664F80D40D8}" dt="2025-11-18T15:02:45.062" v="475" actId="20577"/>
        <pc:sldMkLst>
          <pc:docMk/>
          <pc:sldMk cId="820991900" sldId="259"/>
        </pc:sldMkLst>
        <pc:spChg chg="mod">
          <ac:chgData name="Hunter T Smith" userId="85048cc5-0361-478c-b7ab-429a8b03b5c9" providerId="ADAL" clId="{EE23C152-F5A7-494E-894C-B664F80D40D8}" dt="2025-11-12T17:25:17.445" v="127" actId="20577"/>
          <ac:spMkLst>
            <pc:docMk/>
            <pc:sldMk cId="820991900" sldId="259"/>
            <ac:spMk id="2" creationId="{DAF3C756-8F2A-631C-50E0-E83062DB3A2D}"/>
          </ac:spMkLst>
        </pc:spChg>
        <pc:spChg chg="del mod">
          <ac:chgData name="Hunter T Smith" userId="85048cc5-0361-478c-b7ab-429a8b03b5c9" providerId="ADAL" clId="{EE23C152-F5A7-494E-894C-B664F80D40D8}" dt="2025-11-18T15:01:47.486" v="303" actId="478"/>
          <ac:spMkLst>
            <pc:docMk/>
            <pc:sldMk cId="820991900" sldId="259"/>
            <ac:spMk id="3" creationId="{6347159A-AA8B-85FF-8E38-91495F744FF1}"/>
          </ac:spMkLst>
        </pc:spChg>
        <pc:spChg chg="add mod">
          <ac:chgData name="Hunter T Smith" userId="85048cc5-0361-478c-b7ab-429a8b03b5c9" providerId="ADAL" clId="{EE23C152-F5A7-494E-894C-B664F80D40D8}" dt="2025-11-18T15:01:47.486" v="303" actId="478"/>
          <ac:spMkLst>
            <pc:docMk/>
            <pc:sldMk cId="820991900" sldId="259"/>
            <ac:spMk id="5" creationId="{1B740839-13A7-7E6B-59D7-E8FBBABB5A5C}"/>
          </ac:spMkLst>
        </pc:spChg>
        <pc:picChg chg="add mod">
          <ac:chgData name="Hunter T Smith" userId="85048cc5-0361-478c-b7ab-429a8b03b5c9" providerId="ADAL" clId="{EE23C152-F5A7-494E-894C-B664F80D40D8}" dt="2025-11-18T15:01:54.608" v="306" actId="14100"/>
          <ac:picMkLst>
            <pc:docMk/>
            <pc:sldMk cId="820991900" sldId="259"/>
            <ac:picMk id="1026" creationId="{0EFD3F6E-9684-9D11-8B7A-D2E090AF12C0}"/>
          </ac:picMkLst>
        </pc:picChg>
      </pc:sldChg>
      <pc:sldChg chg="modSp new mod">
        <pc:chgData name="Hunter T Smith" userId="85048cc5-0361-478c-b7ab-429a8b03b5c9" providerId="ADAL" clId="{EE23C152-F5A7-494E-894C-B664F80D40D8}" dt="2025-11-12T17:26:23.769" v="183" actId="20577"/>
        <pc:sldMkLst>
          <pc:docMk/>
          <pc:sldMk cId="581820033" sldId="260"/>
        </pc:sldMkLst>
        <pc:spChg chg="mod">
          <ac:chgData name="Hunter T Smith" userId="85048cc5-0361-478c-b7ab-429a8b03b5c9" providerId="ADAL" clId="{EE23C152-F5A7-494E-894C-B664F80D40D8}" dt="2025-11-12T17:26:23.769" v="183" actId="20577"/>
          <ac:spMkLst>
            <pc:docMk/>
            <pc:sldMk cId="581820033" sldId="260"/>
            <ac:spMk id="2" creationId="{EC12F9FC-7347-C4AA-FEA6-BE6A17550878}"/>
          </ac:spMkLst>
        </pc:spChg>
      </pc:sldChg>
      <pc:sldChg chg="modSp new mod">
        <pc:chgData name="Hunter T Smith" userId="85048cc5-0361-478c-b7ab-429a8b03b5c9" providerId="ADAL" clId="{EE23C152-F5A7-494E-894C-B664F80D40D8}" dt="2025-11-12T17:26:46.190" v="213" actId="20577"/>
        <pc:sldMkLst>
          <pc:docMk/>
          <pc:sldMk cId="4041947008" sldId="261"/>
        </pc:sldMkLst>
        <pc:spChg chg="mod">
          <ac:chgData name="Hunter T Smith" userId="85048cc5-0361-478c-b7ab-429a8b03b5c9" providerId="ADAL" clId="{EE23C152-F5A7-494E-894C-B664F80D40D8}" dt="2025-11-12T17:26:46.190" v="213" actId="20577"/>
          <ac:spMkLst>
            <pc:docMk/>
            <pc:sldMk cId="4041947008" sldId="261"/>
            <ac:spMk id="2" creationId="{A343D473-C842-16A8-4945-58EF8098603D}"/>
          </ac:spMkLst>
        </pc:spChg>
      </pc:sldChg>
      <pc:sldChg chg="modSp new mod">
        <pc:chgData name="Hunter T Smith" userId="85048cc5-0361-478c-b7ab-429a8b03b5c9" providerId="ADAL" clId="{EE23C152-F5A7-494E-894C-B664F80D40D8}" dt="2025-11-18T18:16:38.538" v="1279" actId="20577"/>
        <pc:sldMkLst>
          <pc:docMk/>
          <pc:sldMk cId="2022626399" sldId="262"/>
        </pc:sldMkLst>
        <pc:spChg chg="mod">
          <ac:chgData name="Hunter T Smith" userId="85048cc5-0361-478c-b7ab-429a8b03b5c9" providerId="ADAL" clId="{EE23C152-F5A7-494E-894C-B664F80D40D8}" dt="2025-11-18T18:16:38.538" v="1279" actId="20577"/>
          <ac:spMkLst>
            <pc:docMk/>
            <pc:sldMk cId="2022626399" sldId="262"/>
            <ac:spMk id="2" creationId="{9A17184B-4937-E195-E578-C625B2AB911F}"/>
          </ac:spMkLst>
        </pc:spChg>
      </pc:sldChg>
      <pc:sldChg chg="modSp new mod">
        <pc:chgData name="Hunter T Smith" userId="85048cc5-0361-478c-b7ab-429a8b03b5c9" providerId="ADAL" clId="{EE23C152-F5A7-494E-894C-B664F80D40D8}" dt="2025-11-12T17:27:08.805" v="269" actId="20577"/>
        <pc:sldMkLst>
          <pc:docMk/>
          <pc:sldMk cId="3235235595" sldId="263"/>
        </pc:sldMkLst>
        <pc:spChg chg="mod">
          <ac:chgData name="Hunter T Smith" userId="85048cc5-0361-478c-b7ab-429a8b03b5c9" providerId="ADAL" clId="{EE23C152-F5A7-494E-894C-B664F80D40D8}" dt="2025-11-12T17:27:08.805" v="269" actId="20577"/>
          <ac:spMkLst>
            <pc:docMk/>
            <pc:sldMk cId="3235235595" sldId="263"/>
            <ac:spMk id="2" creationId="{B678E253-B61B-D448-65D1-6310696939B1}"/>
          </ac:spMkLst>
        </pc:spChg>
      </pc:sldChg>
      <pc:sldChg chg="addSp delSp modSp new mod setBg">
        <pc:chgData name="Hunter T Smith" userId="85048cc5-0361-478c-b7ab-429a8b03b5c9" providerId="ADAL" clId="{EE23C152-F5A7-494E-894C-B664F80D40D8}" dt="2025-11-18T20:05:08.743" v="1290" actId="1076"/>
        <pc:sldMkLst>
          <pc:docMk/>
          <pc:sldMk cId="4208121231" sldId="264"/>
        </pc:sldMkLst>
        <pc:spChg chg="mod ord">
          <ac:chgData name="Hunter T Smith" userId="85048cc5-0361-478c-b7ab-429a8b03b5c9" providerId="ADAL" clId="{EE23C152-F5A7-494E-894C-B664F80D40D8}" dt="2025-11-18T20:04:59.874" v="1285" actId="26606"/>
          <ac:spMkLst>
            <pc:docMk/>
            <pc:sldMk cId="4208121231" sldId="264"/>
            <ac:spMk id="2" creationId="{333DCC2F-63C6-155E-2F14-ECA88B217974}"/>
          </ac:spMkLst>
        </pc:spChg>
        <pc:spChg chg="add del mod">
          <ac:chgData name="Hunter T Smith" userId="85048cc5-0361-478c-b7ab-429a8b03b5c9" providerId="ADAL" clId="{EE23C152-F5A7-494E-894C-B664F80D40D8}" dt="2025-11-18T20:04:59.874" v="1285" actId="26606"/>
          <ac:spMkLst>
            <pc:docMk/>
            <pc:sldMk cId="4208121231" sldId="264"/>
            <ac:spMk id="3" creationId="{CA21D293-01F4-83D1-4E76-EF3B5C59F821}"/>
          </ac:spMkLst>
        </pc:spChg>
        <pc:spChg chg="add del">
          <ac:chgData name="Hunter T Smith" userId="85048cc5-0361-478c-b7ab-429a8b03b5c9" providerId="ADAL" clId="{EE23C152-F5A7-494E-894C-B664F80D40D8}" dt="2025-11-18T20:04:57.412" v="1283" actId="26606"/>
          <ac:spMkLst>
            <pc:docMk/>
            <pc:sldMk cId="4208121231" sldId="264"/>
            <ac:spMk id="2055" creationId="{04812C46-200A-4DEB-A05E-3ED6C68C2387}"/>
          </ac:spMkLst>
        </pc:spChg>
        <pc:spChg chg="add del">
          <ac:chgData name="Hunter T Smith" userId="85048cc5-0361-478c-b7ab-429a8b03b5c9" providerId="ADAL" clId="{EE23C152-F5A7-494E-894C-B664F80D40D8}" dt="2025-11-18T20:04:57.412" v="1283" actId="26606"/>
          <ac:spMkLst>
            <pc:docMk/>
            <pc:sldMk cId="4208121231" sldId="264"/>
            <ac:spMk id="2057" creationId="{D1EA859B-E555-4109-94F3-6700E046E008}"/>
          </ac:spMkLst>
        </pc:spChg>
        <pc:spChg chg="add del">
          <ac:chgData name="Hunter T Smith" userId="85048cc5-0361-478c-b7ab-429a8b03b5c9" providerId="ADAL" clId="{EE23C152-F5A7-494E-894C-B664F80D40D8}" dt="2025-11-18T20:04:59.874" v="1285" actId="26606"/>
          <ac:spMkLst>
            <pc:docMk/>
            <pc:sldMk cId="4208121231" sldId="264"/>
            <ac:spMk id="2060" creationId="{37C89E4B-3C9F-44B9-8B86-D9E3D112D8EC}"/>
          </ac:spMkLst>
        </pc:spChg>
        <pc:picChg chg="add mod ord">
          <ac:chgData name="Hunter T Smith" userId="85048cc5-0361-478c-b7ab-429a8b03b5c9" providerId="ADAL" clId="{EE23C152-F5A7-494E-894C-B664F80D40D8}" dt="2025-11-18T20:05:08.743" v="1290" actId="1076"/>
          <ac:picMkLst>
            <pc:docMk/>
            <pc:sldMk cId="4208121231" sldId="264"/>
            <ac:picMk id="2050" creationId="{A87193E6-C65C-A50E-E65A-9A5F30A748AD}"/>
          </ac:picMkLst>
        </pc:picChg>
        <pc:cxnChg chg="add del">
          <ac:chgData name="Hunter T Smith" userId="85048cc5-0361-478c-b7ab-429a8b03b5c9" providerId="ADAL" clId="{EE23C152-F5A7-494E-894C-B664F80D40D8}" dt="2025-11-18T20:04:59.874" v="1285" actId="26606"/>
          <ac:cxnSpMkLst>
            <pc:docMk/>
            <pc:sldMk cId="4208121231" sldId="264"/>
            <ac:cxnSpMk id="2059" creationId="{D891E407-403B-4764-86C9-33A56D3BCAA3}"/>
          </ac:cxnSpMkLst>
        </pc:cxnChg>
        <pc:cxnChg chg="add del">
          <ac:chgData name="Hunter T Smith" userId="85048cc5-0361-478c-b7ab-429a8b03b5c9" providerId="ADAL" clId="{EE23C152-F5A7-494E-894C-B664F80D40D8}" dt="2025-11-18T20:04:59.874" v="1285" actId="26606"/>
          <ac:cxnSpMkLst>
            <pc:docMk/>
            <pc:sldMk cId="4208121231" sldId="264"/>
            <ac:cxnSpMk id="2061" creationId="{AA2EAA10-076F-46BD-8F0F-B9A2FB77A85C}"/>
          </ac:cxnSpMkLst>
        </pc:cxnChg>
      </pc:sldChg>
      <pc:sldChg chg="addSp delSp modSp new mod setBg modNotesTx">
        <pc:chgData name="Hunter T Smith" userId="85048cc5-0361-478c-b7ab-429a8b03b5c9" providerId="ADAL" clId="{EE23C152-F5A7-494E-894C-B664F80D40D8}" dt="2025-11-18T15:03:56.591" v="662" actId="1076"/>
        <pc:sldMkLst>
          <pc:docMk/>
          <pc:sldMk cId="2387232387" sldId="265"/>
        </pc:sldMkLst>
        <pc:spChg chg="mod">
          <ac:chgData name="Hunter T Smith" userId="85048cc5-0361-478c-b7ab-429a8b03b5c9" providerId="ADAL" clId="{EE23C152-F5A7-494E-894C-B664F80D40D8}" dt="2025-11-18T15:03:56.591" v="662" actId="1076"/>
          <ac:spMkLst>
            <pc:docMk/>
            <pc:sldMk cId="2387232387" sldId="265"/>
            <ac:spMk id="2" creationId="{EEA7B1C0-ACBE-5B85-AD51-1025E455B671}"/>
          </ac:spMkLst>
        </pc:spChg>
        <pc:spChg chg="del">
          <ac:chgData name="Hunter T Smith" userId="85048cc5-0361-478c-b7ab-429a8b03b5c9" providerId="ADAL" clId="{EE23C152-F5A7-494E-894C-B664F80D40D8}" dt="2025-11-18T15:03:30.083" v="657" actId="26606"/>
          <ac:spMkLst>
            <pc:docMk/>
            <pc:sldMk cId="2387232387" sldId="265"/>
            <ac:spMk id="3" creationId="{704D0704-EDCE-DB03-9CA4-27D5C0D281D9}"/>
          </ac:spMkLst>
        </pc:spChg>
        <pc:spChg chg="add">
          <ac:chgData name="Hunter T Smith" userId="85048cc5-0361-478c-b7ab-429a8b03b5c9" providerId="ADAL" clId="{EE23C152-F5A7-494E-894C-B664F80D40D8}" dt="2025-11-18T15:03:30.083" v="657" actId="26606"/>
          <ac:spMkLst>
            <pc:docMk/>
            <pc:sldMk cId="2387232387" sldId="265"/>
            <ac:spMk id="9" creationId="{C1DD1A8A-57D5-4A81-AD04-532B043C5611}"/>
          </ac:spMkLst>
        </pc:spChg>
        <pc:spChg chg="add">
          <ac:chgData name="Hunter T Smith" userId="85048cc5-0361-478c-b7ab-429a8b03b5c9" providerId="ADAL" clId="{EE23C152-F5A7-494E-894C-B664F80D40D8}" dt="2025-11-18T15:03:30.083" v="657" actId="26606"/>
          <ac:spMkLst>
            <pc:docMk/>
            <pc:sldMk cId="2387232387" sldId="265"/>
            <ac:spMk id="11" creationId="{007891EC-4501-44ED-A8C8-B11B6DB767AB}"/>
          </ac:spMkLst>
        </pc:spChg>
        <pc:picChg chg="add mod">
          <ac:chgData name="Hunter T Smith" userId="85048cc5-0361-478c-b7ab-429a8b03b5c9" providerId="ADAL" clId="{EE23C152-F5A7-494E-894C-B664F80D40D8}" dt="2025-11-18T15:03:47.973" v="661" actId="1076"/>
          <ac:picMkLst>
            <pc:docMk/>
            <pc:sldMk cId="2387232387" sldId="265"/>
            <ac:picMk id="5" creationId="{B3C86C18-6E9F-0DF9-1B66-1E117AA7D9B4}"/>
          </ac:picMkLst>
        </pc:picChg>
      </pc:sldChg>
      <pc:sldChg chg="modSp new mod modNotesTx">
        <pc:chgData name="Hunter T Smith" userId="85048cc5-0361-478c-b7ab-429a8b03b5c9" providerId="ADAL" clId="{EE23C152-F5A7-494E-894C-B664F80D40D8}" dt="2025-11-18T15:35:52.853" v="1276" actId="20577"/>
        <pc:sldMkLst>
          <pc:docMk/>
          <pc:sldMk cId="844050267" sldId="266"/>
        </pc:sldMkLst>
        <pc:spChg chg="mod">
          <ac:chgData name="Hunter T Smith" userId="85048cc5-0361-478c-b7ab-429a8b03b5c9" providerId="ADAL" clId="{EE23C152-F5A7-494E-894C-B664F80D40D8}" dt="2025-11-18T15:08:55.835" v="684" actId="20577"/>
          <ac:spMkLst>
            <pc:docMk/>
            <pc:sldMk cId="844050267" sldId="266"/>
            <ac:spMk id="2" creationId="{D3F38EFC-D39D-9AD2-7227-26B31AA23308}"/>
          </ac:spMkLst>
        </pc:spChg>
        <pc:spChg chg="mod">
          <ac:chgData name="Hunter T Smith" userId="85048cc5-0361-478c-b7ab-429a8b03b5c9" providerId="ADAL" clId="{EE23C152-F5A7-494E-894C-B664F80D40D8}" dt="2025-11-18T15:35:52.853" v="1276" actId="20577"/>
          <ac:spMkLst>
            <pc:docMk/>
            <pc:sldMk cId="844050267" sldId="266"/>
            <ac:spMk id="3" creationId="{C1A7868B-4A67-5DE6-A078-C407C7B20D39}"/>
          </ac:spMkLst>
        </pc:spChg>
      </pc:sldChg>
    </pc:docChg>
  </pc:docChgLst>
  <pc:docChgLst>
    <pc:chgData name="Darien Walker" userId="47bc5b70-f244-4f40-b1f1-076c4d9f0e1b" providerId="ADAL" clId="{9095B452-EC19-4458-B93A-FBCB7805DC5B}"/>
    <pc:docChg chg="custSel modSld">
      <pc:chgData name="Darien Walker" userId="47bc5b70-f244-4f40-b1f1-076c4d9f0e1b" providerId="ADAL" clId="{9095B452-EC19-4458-B93A-FBCB7805DC5B}" dt="2025-11-19T17:36:46.791" v="56" actId="20577"/>
      <pc:docMkLst>
        <pc:docMk/>
      </pc:docMkLst>
      <pc:sldChg chg="addSp delSp modSp mod">
        <pc:chgData name="Darien Walker" userId="47bc5b70-f244-4f40-b1f1-076c4d9f0e1b" providerId="ADAL" clId="{9095B452-EC19-4458-B93A-FBCB7805DC5B}" dt="2025-11-19T05:02:09.702" v="36" actId="20577"/>
        <pc:sldMkLst>
          <pc:docMk/>
          <pc:sldMk cId="581820033" sldId="260"/>
        </pc:sldMkLst>
        <pc:spChg chg="mod">
          <ac:chgData name="Darien Walker" userId="47bc5b70-f244-4f40-b1f1-076c4d9f0e1b" providerId="ADAL" clId="{9095B452-EC19-4458-B93A-FBCB7805DC5B}" dt="2025-11-19T05:02:09.702" v="36" actId="20577"/>
          <ac:spMkLst>
            <pc:docMk/>
            <pc:sldMk cId="581820033" sldId="260"/>
            <ac:spMk id="3" creationId="{8C2ADA0D-3EF2-7A88-6311-1F3D1564B422}"/>
          </ac:spMkLst>
        </pc:spChg>
        <pc:spChg chg="add del mod">
          <ac:chgData name="Darien Walker" userId="47bc5b70-f244-4f40-b1f1-076c4d9f0e1b" providerId="ADAL" clId="{9095B452-EC19-4458-B93A-FBCB7805DC5B}" dt="2025-11-19T05:01:09.658" v="6"/>
          <ac:spMkLst>
            <pc:docMk/>
            <pc:sldMk cId="581820033" sldId="260"/>
            <ac:spMk id="4" creationId="{FD8D7760-2D14-A4BD-DB71-D7442AA7CEC0}"/>
          </ac:spMkLst>
        </pc:spChg>
      </pc:sldChg>
      <pc:sldChg chg="addSp delSp modSp mod">
        <pc:chgData name="Darien Walker" userId="47bc5b70-f244-4f40-b1f1-076c4d9f0e1b" providerId="ADAL" clId="{9095B452-EC19-4458-B93A-FBCB7805DC5B}" dt="2025-11-19T17:36:46.791" v="56" actId="20577"/>
        <pc:sldMkLst>
          <pc:docMk/>
          <pc:sldMk cId="4041947008" sldId="261"/>
        </pc:sldMkLst>
        <pc:spChg chg="del">
          <ac:chgData name="Darien Walker" userId="47bc5b70-f244-4f40-b1f1-076c4d9f0e1b" providerId="ADAL" clId="{9095B452-EC19-4458-B93A-FBCB7805DC5B}" dt="2025-11-19T17:34:12.771" v="37"/>
          <ac:spMkLst>
            <pc:docMk/>
            <pc:sldMk cId="4041947008" sldId="261"/>
            <ac:spMk id="3" creationId="{01D99C7A-B5F3-BF16-461E-0A715D3C58FF}"/>
          </ac:spMkLst>
        </pc:spChg>
        <pc:spChg chg="add mod">
          <ac:chgData name="Darien Walker" userId="47bc5b70-f244-4f40-b1f1-076c4d9f0e1b" providerId="ADAL" clId="{9095B452-EC19-4458-B93A-FBCB7805DC5B}" dt="2025-11-19T17:36:46.791" v="56" actId="20577"/>
          <ac:spMkLst>
            <pc:docMk/>
            <pc:sldMk cId="4041947008" sldId="261"/>
            <ac:spMk id="4" creationId="{9F5191A0-07CA-8920-D644-575723A6AAAE}"/>
          </ac:spMkLst>
        </pc:spChg>
      </pc:sldChg>
    </pc:docChg>
  </pc:docChgLst>
  <pc:docChgLst>
    <pc:chgData name="Darien Walker" userId="S::dwal1641@students.vsu.edu::47bc5b70-f244-4f40-b1f1-076c4d9f0e1b" providerId="AD" clId="Web-{760AFDC9-3F23-AA3E-AD88-FA76E65A2519}"/>
    <pc:docChg chg="modSld">
      <pc:chgData name="Darien Walker" userId="S::dwal1641@students.vsu.edu::47bc5b70-f244-4f40-b1f1-076c4d9f0e1b" providerId="AD" clId="Web-{760AFDC9-3F23-AA3E-AD88-FA76E65A2519}" dt="2025-11-18T20:45:45.531" v="23"/>
      <pc:docMkLst>
        <pc:docMk/>
      </pc:docMkLst>
      <pc:sldChg chg="addSp delSp modSp mod setBg modNotes">
        <pc:chgData name="Darien Walker" userId="S::dwal1641@students.vsu.edu::47bc5b70-f244-4f40-b1f1-076c4d9f0e1b" providerId="AD" clId="Web-{760AFDC9-3F23-AA3E-AD88-FA76E65A2519}" dt="2025-11-18T20:45:45.531" v="23"/>
        <pc:sldMkLst>
          <pc:docMk/>
          <pc:sldMk cId="2387232387" sldId="265"/>
        </pc:sldMkLst>
        <pc:spChg chg="add del">
          <ac:chgData name="Darien Walker" userId="S::dwal1641@students.vsu.edu::47bc5b70-f244-4f40-b1f1-076c4d9f0e1b" providerId="AD" clId="Web-{760AFDC9-3F23-AA3E-AD88-FA76E65A2519}" dt="2025-11-18T20:29:45.716" v="1"/>
          <ac:spMkLst>
            <pc:docMk/>
            <pc:sldMk cId="2387232387" sldId="265"/>
            <ac:spMk id="3" creationId="{83B48F2A-BC5B-66D8-C0A1-E30D44FDC014}"/>
          </ac:spMkLst>
        </pc:spChg>
        <pc:spChg chg="add del">
          <ac:chgData name="Darien Walker" userId="S::dwal1641@students.vsu.edu::47bc5b70-f244-4f40-b1f1-076c4d9f0e1b" providerId="AD" clId="Web-{760AFDC9-3F23-AA3E-AD88-FA76E65A2519}" dt="2025-11-18T20:30:04.607" v="5"/>
          <ac:spMkLst>
            <pc:docMk/>
            <pc:sldMk cId="2387232387" sldId="265"/>
            <ac:spMk id="4" creationId="{2763CB59-386E-6D76-7876-2FB8851111EC}"/>
          </ac:spMkLst>
        </pc:spChg>
        <pc:picChg chg="add del mod modCrop">
          <ac:chgData name="Darien Walker" userId="S::dwal1641@students.vsu.edu::47bc5b70-f244-4f40-b1f1-076c4d9f0e1b" providerId="AD" clId="Web-{760AFDC9-3F23-AA3E-AD88-FA76E65A2519}" dt="2025-11-18T20:31:54.751" v="20" actId="1076"/>
          <ac:picMkLst>
            <pc:docMk/>
            <pc:sldMk cId="2387232387" sldId="265"/>
            <ac:picMk id="5" creationId="{B3C86C18-6E9F-0DF9-1B66-1E117AA7D9B4}"/>
          </ac:picMkLst>
        </pc:picChg>
      </pc:sldChg>
    </pc:docChg>
  </pc:docChgLst>
  <pc:docChgLst>
    <pc:chgData name="Darien Walker" userId="S::dwal1641@students.vsu.edu::47bc5b70-f244-4f40-b1f1-076c4d9f0e1b" providerId="AD" clId="Web-{7459BD68-0644-0DD8-2394-A682AB2946B9}"/>
    <pc:docChg chg="modSld">
      <pc:chgData name="Darien Walker" userId="S::dwal1641@students.vsu.edu::47bc5b70-f244-4f40-b1f1-076c4d9f0e1b" providerId="AD" clId="Web-{7459BD68-0644-0DD8-2394-A682AB2946B9}" dt="2025-11-17T21:41:35.751" v="50" actId="20577"/>
      <pc:docMkLst>
        <pc:docMk/>
      </pc:docMkLst>
      <pc:sldChg chg="modSp">
        <pc:chgData name="Darien Walker" userId="S::dwal1641@students.vsu.edu::47bc5b70-f244-4f40-b1f1-076c4d9f0e1b" providerId="AD" clId="Web-{7459BD68-0644-0DD8-2394-A682AB2946B9}" dt="2025-11-17T21:40:18.766" v="36" actId="20577"/>
        <pc:sldMkLst>
          <pc:docMk/>
          <pc:sldMk cId="820991900" sldId="259"/>
        </pc:sldMkLst>
        <pc:spChg chg="mod">
          <ac:chgData name="Darien Walker" userId="S::dwal1641@students.vsu.edu::47bc5b70-f244-4f40-b1f1-076c4d9f0e1b" providerId="AD" clId="Web-{7459BD68-0644-0DD8-2394-A682AB2946B9}" dt="2025-11-17T21:36:13.578" v="10" actId="20577"/>
          <ac:spMkLst>
            <pc:docMk/>
            <pc:sldMk cId="820991900" sldId="259"/>
            <ac:spMk id="2" creationId="{DAF3C756-8F2A-631C-50E0-E83062DB3A2D}"/>
          </ac:spMkLst>
        </pc:spChg>
        <pc:spChg chg="mod">
          <ac:chgData name="Darien Walker" userId="S::dwal1641@students.vsu.edu::47bc5b70-f244-4f40-b1f1-076c4d9f0e1b" providerId="AD" clId="Web-{7459BD68-0644-0DD8-2394-A682AB2946B9}" dt="2025-11-17T21:40:18.766" v="36" actId="20577"/>
          <ac:spMkLst>
            <pc:docMk/>
            <pc:sldMk cId="820991900" sldId="259"/>
            <ac:spMk id="3" creationId="{6347159A-AA8B-85FF-8E38-91495F744FF1}"/>
          </ac:spMkLst>
        </pc:spChg>
      </pc:sldChg>
      <pc:sldChg chg="modSp">
        <pc:chgData name="Darien Walker" userId="S::dwal1641@students.vsu.edu::47bc5b70-f244-4f40-b1f1-076c4d9f0e1b" providerId="AD" clId="Web-{7459BD68-0644-0DD8-2394-A682AB2946B9}" dt="2025-11-17T21:41:35.751" v="50" actId="20577"/>
        <pc:sldMkLst>
          <pc:docMk/>
          <pc:sldMk cId="581820033" sldId="260"/>
        </pc:sldMkLst>
        <pc:spChg chg="mod">
          <ac:chgData name="Darien Walker" userId="S::dwal1641@students.vsu.edu::47bc5b70-f244-4f40-b1f1-076c4d9f0e1b" providerId="AD" clId="Web-{7459BD68-0644-0DD8-2394-A682AB2946B9}" dt="2025-11-17T21:41:35.751" v="50" actId="20577"/>
          <ac:spMkLst>
            <pc:docMk/>
            <pc:sldMk cId="581820033" sldId="260"/>
            <ac:spMk id="3" creationId="{8C2ADA0D-3EF2-7A88-6311-1F3D1564B422}"/>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A7751DD-74B8-4CD6-BFF6-6DAD8A813457}" type="datetimeFigureOut">
              <a:rPr lang="en-US" smtClean="0"/>
              <a:t>11/19/2025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25A8E0-A27A-48B4-B626-142953AC4A06}" type="slidenum">
              <a:rPr lang="en-US" smtClean="0"/>
              <a:t>‹#›</a:t>
            </a:fld>
            <a:endParaRPr lang="en-US"/>
          </a:p>
        </p:txBody>
      </p:sp>
    </p:spTree>
    <p:extLst>
      <p:ext uri="{BB962C8B-B14F-4D97-AF65-F5344CB8AC3E}">
        <p14:creationId xmlns:p14="http://schemas.microsoft.com/office/powerpoint/2010/main" val="35118062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It’s simple, there is too many movies out there which go under the radar. We don’t want to waste the few free hours we have watching a bad movie.</a:t>
            </a:r>
          </a:p>
        </p:txBody>
      </p:sp>
      <p:sp>
        <p:nvSpPr>
          <p:cNvPr id="4" name="Slide Number Placeholder 3"/>
          <p:cNvSpPr>
            <a:spLocks noGrp="1"/>
          </p:cNvSpPr>
          <p:nvPr>
            <p:ph type="sldNum" sz="quarter" idx="5"/>
          </p:nvPr>
        </p:nvSpPr>
        <p:spPr/>
        <p:txBody>
          <a:bodyPr/>
          <a:lstStyle/>
          <a:p>
            <a:fld id="{3025A8E0-A27A-48B4-B626-142953AC4A06}" type="slidenum">
              <a:rPr lang="en-US" smtClean="0"/>
              <a:t>4</a:t>
            </a:fld>
            <a:endParaRPr lang="en-US"/>
          </a:p>
        </p:txBody>
      </p:sp>
    </p:spTree>
    <p:extLst>
      <p:ext uri="{BB962C8B-B14F-4D97-AF65-F5344CB8AC3E}">
        <p14:creationId xmlns:p14="http://schemas.microsoft.com/office/powerpoint/2010/main" val="377104920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AI! Instead of spending endless time searching for new movies. We can use AI Machine Learning to find good matches based on a users’ likes!</a:t>
            </a:r>
          </a:p>
          <a:p>
            <a:r>
              <a:rPr lang="en-US"/>
              <a:t>This project seeks to solve the problem of content overload by delivering accurate, personalized movie recommendations that improve user experience, reduce browsing time, and enhance overall satisfaction.</a:t>
            </a:r>
          </a:p>
        </p:txBody>
      </p:sp>
      <p:sp>
        <p:nvSpPr>
          <p:cNvPr id="4" name="Slide Number Placeholder 3"/>
          <p:cNvSpPr>
            <a:spLocks noGrp="1"/>
          </p:cNvSpPr>
          <p:nvPr>
            <p:ph type="sldNum" sz="quarter" idx="5"/>
          </p:nvPr>
        </p:nvSpPr>
        <p:spPr/>
        <p:txBody>
          <a:bodyPr/>
          <a:lstStyle/>
          <a:p>
            <a:fld id="{3025A8E0-A27A-48B4-B626-142953AC4A06}" type="slidenum">
              <a:rPr lang="en-US" smtClean="0"/>
              <a:t>5</a:t>
            </a:fld>
            <a:endParaRPr lang="en-US"/>
          </a:p>
        </p:txBody>
      </p:sp>
    </p:spTree>
    <p:extLst>
      <p:ext uri="{BB962C8B-B14F-4D97-AF65-F5344CB8AC3E}">
        <p14:creationId xmlns:p14="http://schemas.microsoft.com/office/powerpoint/2010/main" val="40596670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script trains a </a:t>
            </a:r>
            <a:r>
              <a:rPr lang="en-US" b="1"/>
              <a:t>movie recommendation model</a:t>
            </a:r>
            <a:r>
              <a:rPr lang="en-US"/>
              <a:t> using </a:t>
            </a:r>
            <a:r>
              <a:rPr lang="en-US" b="1"/>
              <a:t>SVD (Singular Value Decomposition)</a:t>
            </a:r>
            <a:r>
              <a:rPr lang="en-US"/>
              <a:t> from the </a:t>
            </a:r>
            <a:r>
              <a:rPr lang="en-US" sz="1200" kern="1200">
                <a:solidFill>
                  <a:schemeClr val="tx1"/>
                </a:solidFill>
                <a:latin typeface="+mn-lt"/>
                <a:ea typeface="+mn-ea"/>
                <a:cs typeface="+mn-cs"/>
              </a:rPr>
              <a:t>surprise</a:t>
            </a:r>
            <a:r>
              <a:rPr lang="en-US"/>
              <a:t> ML library.</a:t>
            </a:r>
            <a:br>
              <a:rPr lang="en-US"/>
            </a:br>
            <a:r>
              <a:rPr lang="en-US"/>
              <a:t>It learns which movies users </a:t>
            </a:r>
            <a:r>
              <a:rPr lang="en-US" i="1"/>
              <a:t>might</a:t>
            </a:r>
            <a:r>
              <a:rPr lang="en-US"/>
              <a:t> like based on what they already liked.</a:t>
            </a:r>
          </a:p>
          <a:p>
            <a:r>
              <a:rPr lang="en-US"/>
              <a:t>Then it saves predicted recommendations into a </a:t>
            </a:r>
            <a:r>
              <a:rPr lang="en-US" err="1"/>
              <a:t>Supabase</a:t>
            </a:r>
            <a:r>
              <a:rPr lang="en-US"/>
              <a:t> table.</a:t>
            </a:r>
          </a:p>
          <a:p>
            <a:endParaRPr lang="en-US"/>
          </a:p>
        </p:txBody>
      </p:sp>
      <p:sp>
        <p:nvSpPr>
          <p:cNvPr id="4" name="Slide Number Placeholder 3"/>
          <p:cNvSpPr>
            <a:spLocks noGrp="1"/>
          </p:cNvSpPr>
          <p:nvPr>
            <p:ph type="sldNum" sz="quarter" idx="5"/>
          </p:nvPr>
        </p:nvSpPr>
        <p:spPr/>
        <p:txBody>
          <a:bodyPr/>
          <a:lstStyle/>
          <a:p>
            <a:fld id="{3025A8E0-A27A-48B4-B626-142953AC4A06}" type="slidenum">
              <a:rPr lang="en-US" smtClean="0"/>
              <a:t>6</a:t>
            </a:fld>
            <a:endParaRPr lang="en-US"/>
          </a:p>
        </p:txBody>
      </p:sp>
    </p:spTree>
    <p:extLst>
      <p:ext uri="{BB962C8B-B14F-4D97-AF65-F5344CB8AC3E}">
        <p14:creationId xmlns:p14="http://schemas.microsoft.com/office/powerpoint/2010/main" val="30810339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5. This is the AI part.</a:t>
            </a:r>
          </a:p>
          <a:p>
            <a:r>
              <a:rPr lang="en-US" b="1"/>
              <a:t>What SVD does:</a:t>
            </a:r>
          </a:p>
          <a:p>
            <a:r>
              <a:rPr lang="en-US"/>
              <a:t>Treats the user/movie matrix like a huge grid.</a:t>
            </a:r>
          </a:p>
          <a:p>
            <a:r>
              <a:rPr lang="en-US"/>
              <a:t>Learns hidden relationships between:</a:t>
            </a:r>
          </a:p>
          <a:p>
            <a:pPr lvl="1"/>
            <a:r>
              <a:rPr lang="en-US"/>
              <a:t>users</a:t>
            </a:r>
          </a:p>
          <a:p>
            <a:pPr lvl="1"/>
            <a:r>
              <a:rPr lang="en-US"/>
              <a:t>movies</a:t>
            </a:r>
          </a:p>
          <a:p>
            <a:pPr lvl="1"/>
            <a:r>
              <a:rPr lang="en-US"/>
              <a:t>user preferences</a:t>
            </a:r>
          </a:p>
          <a:p>
            <a:r>
              <a:rPr lang="en-US"/>
              <a:t>Learns </a:t>
            </a:r>
            <a:r>
              <a:rPr lang="en-US" i="1"/>
              <a:t>latent factors</a:t>
            </a:r>
            <a:r>
              <a:rPr lang="en-US"/>
              <a:t> like:</a:t>
            </a:r>
          </a:p>
          <a:p>
            <a:pPr lvl="1"/>
            <a:r>
              <a:rPr lang="en-US"/>
              <a:t>“user likes action”</a:t>
            </a:r>
          </a:p>
          <a:p>
            <a:pPr lvl="1"/>
            <a:r>
              <a:rPr lang="en-US"/>
              <a:t>“movie is comedy”</a:t>
            </a:r>
          </a:p>
          <a:p>
            <a:pPr lvl="1"/>
            <a:r>
              <a:rPr lang="en-US"/>
              <a:t>“user likes Marvel-like movies”</a:t>
            </a:r>
          </a:p>
          <a:p>
            <a:r>
              <a:rPr lang="en-US"/>
              <a:t>The model attempts to fill in missing values ("what rating would user X give movie Y?").</a:t>
            </a:r>
          </a:p>
          <a:p>
            <a:r>
              <a:rPr lang="en-US"/>
              <a:t>This is </a:t>
            </a:r>
            <a:r>
              <a:rPr lang="en-US" b="1"/>
              <a:t>collaborative filtering</a:t>
            </a:r>
            <a:r>
              <a:rPr lang="en-US"/>
              <a:t>.</a:t>
            </a:r>
          </a:p>
          <a:p>
            <a:endParaRPr lang="en-US"/>
          </a:p>
        </p:txBody>
      </p:sp>
      <p:sp>
        <p:nvSpPr>
          <p:cNvPr id="4" name="Slide Number Placeholder 3"/>
          <p:cNvSpPr>
            <a:spLocks noGrp="1"/>
          </p:cNvSpPr>
          <p:nvPr>
            <p:ph type="sldNum" sz="quarter" idx="5"/>
          </p:nvPr>
        </p:nvSpPr>
        <p:spPr/>
        <p:txBody>
          <a:bodyPr/>
          <a:lstStyle/>
          <a:p>
            <a:fld id="{3025A8E0-A27A-48B4-B626-142953AC4A06}" type="slidenum">
              <a:rPr lang="en-US" smtClean="0"/>
              <a:t>7</a:t>
            </a:fld>
            <a:endParaRPr lang="en-US"/>
          </a:p>
        </p:txBody>
      </p:sp>
    </p:spTree>
    <p:extLst>
      <p:ext uri="{BB962C8B-B14F-4D97-AF65-F5344CB8AC3E}">
        <p14:creationId xmlns:p14="http://schemas.microsoft.com/office/powerpoint/2010/main" val="12195155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AEFAF2-1B95-4B64-AD4B-986E4F74B7C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BBC3432-8332-DE22-1DBB-1D83C62324E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F465C2E-19D6-B5D8-01F9-C1E0A76729A0}"/>
              </a:ext>
            </a:extLst>
          </p:cNvPr>
          <p:cNvSpPr>
            <a:spLocks noGrp="1"/>
          </p:cNvSpPr>
          <p:nvPr>
            <p:ph type="dt" sz="half" idx="10"/>
          </p:nvPr>
        </p:nvSpPr>
        <p:spPr/>
        <p:txBody>
          <a:bodyPr/>
          <a:lstStyle/>
          <a:p>
            <a:fld id="{7D92D934-C1E1-4F35-8ECC-9972AA97D066}" type="datetimeFigureOut">
              <a:rPr lang="en-US" smtClean="0"/>
              <a:t>11/19/2025</a:t>
            </a:fld>
            <a:endParaRPr lang="en-US"/>
          </a:p>
        </p:txBody>
      </p:sp>
      <p:sp>
        <p:nvSpPr>
          <p:cNvPr id="5" name="Footer Placeholder 4">
            <a:extLst>
              <a:ext uri="{FF2B5EF4-FFF2-40B4-BE49-F238E27FC236}">
                <a16:creationId xmlns:a16="http://schemas.microsoft.com/office/drawing/2014/main" id="{67054F19-9252-A1B1-A6E7-653E870A3EA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0129AE3-716A-6882-E805-57639306A007}"/>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34081344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7B525-3379-86AF-C148-714C9E1C582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2D0B714-CE50-7E84-CD91-39F3A1324DD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26FA80-9547-6ACB-2651-EEC646DA0286}"/>
              </a:ext>
            </a:extLst>
          </p:cNvPr>
          <p:cNvSpPr>
            <a:spLocks noGrp="1"/>
          </p:cNvSpPr>
          <p:nvPr>
            <p:ph type="dt" sz="half" idx="10"/>
          </p:nvPr>
        </p:nvSpPr>
        <p:spPr/>
        <p:txBody>
          <a:bodyPr/>
          <a:lstStyle/>
          <a:p>
            <a:fld id="{7D92D934-C1E1-4F35-8ECC-9972AA97D066}" type="datetimeFigureOut">
              <a:rPr lang="en-US" smtClean="0"/>
              <a:t>11/19/2025</a:t>
            </a:fld>
            <a:endParaRPr lang="en-US"/>
          </a:p>
        </p:txBody>
      </p:sp>
      <p:sp>
        <p:nvSpPr>
          <p:cNvPr id="5" name="Footer Placeholder 4">
            <a:extLst>
              <a:ext uri="{FF2B5EF4-FFF2-40B4-BE49-F238E27FC236}">
                <a16:creationId xmlns:a16="http://schemas.microsoft.com/office/drawing/2014/main" id="{C0C8E17E-533F-3116-80C4-AE7F6327875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E530113-C5DE-5393-4737-7BFA7F410831}"/>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28830081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F4AD61-BE75-8498-9D97-098975FD900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807362B-B363-291F-70C2-603899943AF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854D484-940B-E224-C0D4-B214396C10C7}"/>
              </a:ext>
            </a:extLst>
          </p:cNvPr>
          <p:cNvSpPr>
            <a:spLocks noGrp="1"/>
          </p:cNvSpPr>
          <p:nvPr>
            <p:ph type="dt" sz="half" idx="10"/>
          </p:nvPr>
        </p:nvSpPr>
        <p:spPr/>
        <p:txBody>
          <a:bodyPr/>
          <a:lstStyle/>
          <a:p>
            <a:fld id="{7D92D934-C1E1-4F35-8ECC-9972AA97D066}" type="datetimeFigureOut">
              <a:rPr lang="en-US" smtClean="0"/>
              <a:t>11/19/2025</a:t>
            </a:fld>
            <a:endParaRPr lang="en-US"/>
          </a:p>
        </p:txBody>
      </p:sp>
      <p:sp>
        <p:nvSpPr>
          <p:cNvPr id="5" name="Footer Placeholder 4">
            <a:extLst>
              <a:ext uri="{FF2B5EF4-FFF2-40B4-BE49-F238E27FC236}">
                <a16:creationId xmlns:a16="http://schemas.microsoft.com/office/drawing/2014/main" id="{7F3FB88F-7EC3-C0E4-52EC-D4522AFD1F7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3C885F-FCE4-68CB-468D-4C77D330D513}"/>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3761787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5380EE-AAF5-66A3-7C5D-55C26A80A0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A2468D-5463-51C6-B744-4B39CC7E728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12F0AE1-457A-F4C4-854B-38318E86081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77F42A3-9809-24FB-9587-1120A78C5079}"/>
              </a:ext>
            </a:extLst>
          </p:cNvPr>
          <p:cNvSpPr>
            <a:spLocks noGrp="1"/>
          </p:cNvSpPr>
          <p:nvPr>
            <p:ph type="dt" sz="half" idx="10"/>
          </p:nvPr>
        </p:nvSpPr>
        <p:spPr/>
        <p:txBody>
          <a:bodyPr/>
          <a:lstStyle/>
          <a:p>
            <a:fld id="{7D92D934-C1E1-4F35-8ECC-9972AA97D066}" type="datetimeFigureOut">
              <a:rPr lang="en-US" smtClean="0"/>
              <a:t>11/19/2025</a:t>
            </a:fld>
            <a:endParaRPr lang="en-US"/>
          </a:p>
        </p:txBody>
      </p:sp>
      <p:sp>
        <p:nvSpPr>
          <p:cNvPr id="6" name="Footer Placeholder 5">
            <a:extLst>
              <a:ext uri="{FF2B5EF4-FFF2-40B4-BE49-F238E27FC236}">
                <a16:creationId xmlns:a16="http://schemas.microsoft.com/office/drawing/2014/main" id="{A47DD869-07DD-2F65-0B65-59F49CB1248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DB346EA-4AB8-D399-761C-F072043A4AE9}"/>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35116842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DFF49-9473-30A9-5C9D-464C0FC5807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F1CA596-6EC8-4B48-F0E5-D741EE5AE8C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68F5210-2E81-114E-746A-9F58277329E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7FAC2FE-673A-A7F6-C32C-031C4509058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78E57F1-DF4E-80EB-6BF1-B9230BE30AE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2A41F46-D38C-EEEC-0DFF-76CE34C9C4F0}"/>
              </a:ext>
            </a:extLst>
          </p:cNvPr>
          <p:cNvSpPr>
            <a:spLocks noGrp="1"/>
          </p:cNvSpPr>
          <p:nvPr>
            <p:ph type="dt" sz="half" idx="10"/>
          </p:nvPr>
        </p:nvSpPr>
        <p:spPr/>
        <p:txBody>
          <a:bodyPr/>
          <a:lstStyle/>
          <a:p>
            <a:fld id="{7D92D934-C1E1-4F35-8ECC-9972AA97D066}" type="datetimeFigureOut">
              <a:rPr lang="en-US" smtClean="0"/>
              <a:t>11/19/2025</a:t>
            </a:fld>
            <a:endParaRPr lang="en-US"/>
          </a:p>
        </p:txBody>
      </p:sp>
      <p:sp>
        <p:nvSpPr>
          <p:cNvPr id="8" name="Footer Placeholder 7">
            <a:extLst>
              <a:ext uri="{FF2B5EF4-FFF2-40B4-BE49-F238E27FC236}">
                <a16:creationId xmlns:a16="http://schemas.microsoft.com/office/drawing/2014/main" id="{D8426D79-A06D-5A4E-6356-3E78E62D0A4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8464C01-E52B-D02D-26F5-84E9607A1818}"/>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32074633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5B03AF-09C4-5378-B7DB-79924B5D432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ED96A0D-6EA3-92BA-ED57-8363DF832AB9}"/>
              </a:ext>
            </a:extLst>
          </p:cNvPr>
          <p:cNvSpPr>
            <a:spLocks noGrp="1"/>
          </p:cNvSpPr>
          <p:nvPr>
            <p:ph type="dt" sz="half" idx="10"/>
          </p:nvPr>
        </p:nvSpPr>
        <p:spPr/>
        <p:txBody>
          <a:bodyPr/>
          <a:lstStyle/>
          <a:p>
            <a:fld id="{7D92D934-C1E1-4F35-8ECC-9972AA97D066}" type="datetimeFigureOut">
              <a:rPr lang="en-US" smtClean="0"/>
              <a:t>11/19/2025</a:t>
            </a:fld>
            <a:endParaRPr lang="en-US"/>
          </a:p>
        </p:txBody>
      </p:sp>
      <p:sp>
        <p:nvSpPr>
          <p:cNvPr id="4" name="Footer Placeholder 3">
            <a:extLst>
              <a:ext uri="{FF2B5EF4-FFF2-40B4-BE49-F238E27FC236}">
                <a16:creationId xmlns:a16="http://schemas.microsoft.com/office/drawing/2014/main" id="{E704E8C6-83AD-F4FC-6CFF-1C845B55F00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7E4FC98-DFA9-2B9F-2F98-23836C81E9C3}"/>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37224403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F6CD48E-5524-3854-8F0C-3F362A42A8E9}"/>
              </a:ext>
            </a:extLst>
          </p:cNvPr>
          <p:cNvSpPr>
            <a:spLocks noGrp="1"/>
          </p:cNvSpPr>
          <p:nvPr>
            <p:ph type="dt" sz="half" idx="10"/>
          </p:nvPr>
        </p:nvSpPr>
        <p:spPr/>
        <p:txBody>
          <a:bodyPr/>
          <a:lstStyle/>
          <a:p>
            <a:fld id="{7D92D934-C1E1-4F35-8ECC-9972AA97D066}" type="datetimeFigureOut">
              <a:rPr lang="en-US" smtClean="0"/>
              <a:t>11/19/2025</a:t>
            </a:fld>
            <a:endParaRPr lang="en-US"/>
          </a:p>
        </p:txBody>
      </p:sp>
      <p:sp>
        <p:nvSpPr>
          <p:cNvPr id="3" name="Footer Placeholder 2">
            <a:extLst>
              <a:ext uri="{FF2B5EF4-FFF2-40B4-BE49-F238E27FC236}">
                <a16:creationId xmlns:a16="http://schemas.microsoft.com/office/drawing/2014/main" id="{5B8A00A9-A57B-B49A-7948-EE7525BF01F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17B6E89-3DC9-F08D-73C5-A25887C164C4}"/>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39657606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19EEF9-1592-351B-446D-8A13872F9F5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1D494FA-DEE8-3C4C-316F-7C4FD7C2428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36BF9F6-8E72-99C5-58CF-C3830D806F1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F99BDC1-36FC-EA54-EED4-4F6D5290EC26}"/>
              </a:ext>
            </a:extLst>
          </p:cNvPr>
          <p:cNvSpPr>
            <a:spLocks noGrp="1"/>
          </p:cNvSpPr>
          <p:nvPr>
            <p:ph type="dt" sz="half" idx="10"/>
          </p:nvPr>
        </p:nvSpPr>
        <p:spPr/>
        <p:txBody>
          <a:bodyPr/>
          <a:lstStyle/>
          <a:p>
            <a:fld id="{7D92D934-C1E1-4F35-8ECC-9972AA97D066}" type="datetimeFigureOut">
              <a:rPr lang="en-US" smtClean="0"/>
              <a:t>11/19/2025</a:t>
            </a:fld>
            <a:endParaRPr lang="en-US"/>
          </a:p>
        </p:txBody>
      </p:sp>
      <p:sp>
        <p:nvSpPr>
          <p:cNvPr id="6" name="Footer Placeholder 5">
            <a:extLst>
              <a:ext uri="{FF2B5EF4-FFF2-40B4-BE49-F238E27FC236}">
                <a16:creationId xmlns:a16="http://schemas.microsoft.com/office/drawing/2014/main" id="{FF87BE75-4D35-C4E0-ED8E-591733DEC57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FC918C0-B4EF-1A31-D863-0B4DDD0A55FE}"/>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36568218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B3B5E8-9AF6-C19C-02FA-7C2BBACACCA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66D39B9-558C-36BD-FF6D-334F37A87B3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D0F4D92-2E6C-8EAD-070C-A6ECD9EFC42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D1FA70D-1E18-EC42-6292-1A72F7050196}"/>
              </a:ext>
            </a:extLst>
          </p:cNvPr>
          <p:cNvSpPr>
            <a:spLocks noGrp="1"/>
          </p:cNvSpPr>
          <p:nvPr>
            <p:ph type="dt" sz="half" idx="10"/>
          </p:nvPr>
        </p:nvSpPr>
        <p:spPr/>
        <p:txBody>
          <a:bodyPr/>
          <a:lstStyle/>
          <a:p>
            <a:fld id="{7D92D934-C1E1-4F35-8ECC-9972AA97D066}" type="datetimeFigureOut">
              <a:rPr lang="en-US" smtClean="0"/>
              <a:t>11/19/2025</a:t>
            </a:fld>
            <a:endParaRPr lang="en-US"/>
          </a:p>
        </p:txBody>
      </p:sp>
      <p:sp>
        <p:nvSpPr>
          <p:cNvPr id="6" name="Footer Placeholder 5">
            <a:extLst>
              <a:ext uri="{FF2B5EF4-FFF2-40B4-BE49-F238E27FC236}">
                <a16:creationId xmlns:a16="http://schemas.microsoft.com/office/drawing/2014/main" id="{B069B07D-A2AD-69D1-720C-D738ED635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26966A5-09E2-CC7D-EBDE-4792B11B508E}"/>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13424616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763D29-8CF8-B022-81B6-921ED7D22B1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BAB676C-D320-3737-4F07-DB27A12535E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EEF7C1D-0E25-CF6F-527A-D39B7D9E0B60}"/>
              </a:ext>
            </a:extLst>
          </p:cNvPr>
          <p:cNvSpPr>
            <a:spLocks noGrp="1"/>
          </p:cNvSpPr>
          <p:nvPr>
            <p:ph type="dt" sz="half" idx="10"/>
          </p:nvPr>
        </p:nvSpPr>
        <p:spPr/>
        <p:txBody>
          <a:bodyPr/>
          <a:lstStyle/>
          <a:p>
            <a:fld id="{7D92D934-C1E1-4F35-8ECC-9972AA97D066}" type="datetimeFigureOut">
              <a:rPr lang="en-US" smtClean="0"/>
              <a:t>11/19/2025</a:t>
            </a:fld>
            <a:endParaRPr lang="en-US"/>
          </a:p>
        </p:txBody>
      </p:sp>
      <p:sp>
        <p:nvSpPr>
          <p:cNvPr id="5" name="Footer Placeholder 4">
            <a:extLst>
              <a:ext uri="{FF2B5EF4-FFF2-40B4-BE49-F238E27FC236}">
                <a16:creationId xmlns:a16="http://schemas.microsoft.com/office/drawing/2014/main" id="{23A7C53F-DA21-E6E4-3729-0D72DFC1511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57B7612-C7B8-10E3-4F95-3A33D650A721}"/>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34277956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F84D4D0-9128-6382-C400-020905416BA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BC4CB8-39D4-7658-9A48-728842E1170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731E53E-26EA-B7F1-A395-780F342474DA}"/>
              </a:ext>
            </a:extLst>
          </p:cNvPr>
          <p:cNvSpPr>
            <a:spLocks noGrp="1"/>
          </p:cNvSpPr>
          <p:nvPr>
            <p:ph type="dt" sz="half" idx="10"/>
          </p:nvPr>
        </p:nvSpPr>
        <p:spPr/>
        <p:txBody>
          <a:bodyPr/>
          <a:lstStyle/>
          <a:p>
            <a:fld id="{7D92D934-C1E1-4F35-8ECC-9972AA97D066}" type="datetimeFigureOut">
              <a:rPr lang="en-US" smtClean="0"/>
              <a:t>11/19/2025</a:t>
            </a:fld>
            <a:endParaRPr lang="en-US"/>
          </a:p>
        </p:txBody>
      </p:sp>
      <p:sp>
        <p:nvSpPr>
          <p:cNvPr id="5" name="Footer Placeholder 4">
            <a:extLst>
              <a:ext uri="{FF2B5EF4-FFF2-40B4-BE49-F238E27FC236}">
                <a16:creationId xmlns:a16="http://schemas.microsoft.com/office/drawing/2014/main" id="{B8D74A16-D303-3852-EF74-34605D0B3F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3AD7459-B47F-E540-47EE-E6ED075F4004}"/>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32894332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1A572F0-B264-CB1C-2058-5C1027E2B71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63A8155-C30A-4B93-1C6D-BFE97B5DEED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06F00B-58B9-A649-3040-22B69F4D38D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D92D934-C1E1-4F35-8ECC-9972AA97D066}" type="datetimeFigureOut">
              <a:rPr lang="en-US" smtClean="0"/>
              <a:t>11/19/2025</a:t>
            </a:fld>
            <a:endParaRPr lang="en-US"/>
          </a:p>
        </p:txBody>
      </p:sp>
      <p:sp>
        <p:nvSpPr>
          <p:cNvPr id="5" name="Footer Placeholder 4">
            <a:extLst>
              <a:ext uri="{FF2B5EF4-FFF2-40B4-BE49-F238E27FC236}">
                <a16:creationId xmlns:a16="http://schemas.microsoft.com/office/drawing/2014/main" id="{A149BEC3-38B8-7B8F-2169-73468413D7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ADA6FC5-A36F-262B-FB0D-5FAE12AD05B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92C93D0-8EBE-4919-8734-2FDE6BB59DDE}" type="slidenum">
              <a:rPr lang="en-US" smtClean="0"/>
              <a:t>‹#›</a:t>
            </a:fld>
            <a:endParaRPr lang="en-US"/>
          </a:p>
        </p:txBody>
      </p:sp>
    </p:spTree>
    <p:extLst>
      <p:ext uri="{BB962C8B-B14F-4D97-AF65-F5344CB8AC3E}">
        <p14:creationId xmlns:p14="http://schemas.microsoft.com/office/powerpoint/2010/main" val="97671909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microsoft.com/office/2007/relationships/hdphoto" Target="../media/hdphoto1.wdp"/></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01A975-1F0A-263E-A896-4FD4B5522AD2}"/>
              </a:ext>
            </a:extLst>
          </p:cNvPr>
          <p:cNvSpPr>
            <a:spLocks noGrp="1"/>
          </p:cNvSpPr>
          <p:nvPr>
            <p:ph type="ctrTitle"/>
          </p:nvPr>
        </p:nvSpPr>
        <p:spPr/>
        <p:txBody>
          <a:bodyPr/>
          <a:lstStyle/>
          <a:p>
            <a:r>
              <a:rPr lang="en-US" err="1"/>
              <a:t>Moviemeter</a:t>
            </a:r>
            <a:endParaRPr lang="en-US"/>
          </a:p>
        </p:txBody>
      </p:sp>
      <p:sp>
        <p:nvSpPr>
          <p:cNvPr id="3" name="Subtitle 2">
            <a:extLst>
              <a:ext uri="{FF2B5EF4-FFF2-40B4-BE49-F238E27FC236}">
                <a16:creationId xmlns:a16="http://schemas.microsoft.com/office/drawing/2014/main" id="{28DF4B77-5B52-A1FF-EF98-1F67EB7FF96E}"/>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491242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1330E-B4B8-D538-2564-02E0258B6E3A}"/>
              </a:ext>
            </a:extLst>
          </p:cNvPr>
          <p:cNvSpPr>
            <a:spLocks noGrp="1"/>
          </p:cNvSpPr>
          <p:nvPr>
            <p:ph type="title"/>
          </p:nvPr>
        </p:nvSpPr>
        <p:spPr/>
        <p:txBody>
          <a:bodyPr/>
          <a:lstStyle/>
          <a:p>
            <a:r>
              <a:rPr lang="en-US"/>
              <a:t>Rubric 1</a:t>
            </a:r>
          </a:p>
        </p:txBody>
      </p:sp>
      <p:sp>
        <p:nvSpPr>
          <p:cNvPr id="3" name="Content Placeholder 2">
            <a:extLst>
              <a:ext uri="{FF2B5EF4-FFF2-40B4-BE49-F238E27FC236}">
                <a16:creationId xmlns:a16="http://schemas.microsoft.com/office/drawing/2014/main" id="{33A3629A-093F-CA36-405D-3D61659E3D19}"/>
              </a:ext>
            </a:extLst>
          </p:cNvPr>
          <p:cNvSpPr>
            <a:spLocks noGrp="1"/>
          </p:cNvSpPr>
          <p:nvPr>
            <p:ph idx="1"/>
          </p:nvPr>
        </p:nvSpPr>
        <p:spPr/>
        <p:txBody>
          <a:bodyPr>
            <a:normAutofit fontScale="55000" lnSpcReduction="20000"/>
          </a:bodyPr>
          <a:lstStyle/>
          <a:p>
            <a:pPr marL="0" indent="0">
              <a:buNone/>
            </a:pPr>
            <a:r>
              <a:rPr lang="en-US" sz="2900" b="1"/>
              <a:t>1. Content and Understanding (30 points)</a:t>
            </a:r>
          </a:p>
          <a:p>
            <a:pPr marL="0" indent="0">
              <a:buNone/>
            </a:pPr>
            <a:br>
              <a:rPr lang="en-US"/>
            </a:br>
            <a:r>
              <a:rPr lang="en-US"/>
              <a:t>• Problem Definition (10 pts):</a:t>
            </a:r>
            <a:br>
              <a:rPr lang="en-US"/>
            </a:br>
            <a:r>
              <a:rPr lang="en-US"/>
              <a:t>Clearly explains the problem being addressed and why it is important or relevant.</a:t>
            </a:r>
            <a:br>
              <a:rPr lang="en-US"/>
            </a:br>
            <a:r>
              <a:rPr lang="en-US"/>
              <a:t>o 10: Exceptionally clear and insightful</a:t>
            </a:r>
            <a:br>
              <a:rPr lang="en-US"/>
            </a:br>
            <a:r>
              <a:rPr lang="en-US"/>
              <a:t>o 8: Clear, with good context</a:t>
            </a:r>
            <a:br>
              <a:rPr lang="en-US"/>
            </a:br>
            <a:r>
              <a:rPr lang="en-US"/>
              <a:t>o 6: Somewhat vague or incomplete</a:t>
            </a:r>
            <a:br>
              <a:rPr lang="en-US"/>
            </a:br>
            <a:r>
              <a:rPr lang="en-US"/>
              <a:t>o 4: Poorly defined or unclear</a:t>
            </a:r>
          </a:p>
          <a:p>
            <a:pPr marL="0" indent="0">
              <a:buNone/>
            </a:pPr>
            <a:br>
              <a:rPr lang="en-US"/>
            </a:br>
            <a:r>
              <a:rPr lang="en-US"/>
              <a:t>• AI Methodology and Approach (10 pts):</a:t>
            </a:r>
            <a:br>
              <a:rPr lang="en-US"/>
            </a:br>
            <a:r>
              <a:rPr lang="en-US"/>
              <a:t>Demonstrates understanding of AI methods (e.g., ML model, NLP, computer vision, etc.)</a:t>
            </a:r>
            <a:br>
              <a:rPr lang="en-US"/>
            </a:br>
            <a:r>
              <a:rPr lang="en-US"/>
              <a:t>and explains how they are applied.</a:t>
            </a:r>
            <a:br>
              <a:rPr lang="en-US"/>
            </a:br>
            <a:r>
              <a:rPr lang="en-US"/>
              <a:t>o 10: Strong understanding and clear explanation</a:t>
            </a:r>
            <a:br>
              <a:rPr lang="en-US"/>
            </a:br>
            <a:r>
              <a:rPr lang="en-US"/>
              <a:t>o 8: Adequate explanation, minor gaps</a:t>
            </a:r>
            <a:br>
              <a:rPr lang="en-US"/>
            </a:br>
            <a:r>
              <a:rPr lang="en-US"/>
              <a:t>o 6: Basic mention with limited understanding</a:t>
            </a:r>
            <a:br>
              <a:rPr lang="en-US"/>
            </a:br>
            <a:r>
              <a:rPr lang="en-US"/>
              <a:t>o 4: Unclear or incorrect description</a:t>
            </a:r>
          </a:p>
          <a:p>
            <a:pPr marL="0" indent="0">
              <a:buNone/>
            </a:pPr>
            <a:br>
              <a:rPr lang="en-US"/>
            </a:br>
            <a:r>
              <a:rPr lang="en-US"/>
              <a:t>• Results and Analysis (10 pts):</a:t>
            </a:r>
            <a:br>
              <a:rPr lang="en-US"/>
            </a:br>
            <a:r>
              <a:rPr lang="en-US"/>
              <a:t>Shows evidence of testing, results, or demonstrations; interprets findings logically.</a:t>
            </a:r>
            <a:br>
              <a:rPr lang="en-US"/>
            </a:br>
            <a:r>
              <a:rPr lang="en-US"/>
              <a:t>o 10: Comprehensive results with analysis</a:t>
            </a:r>
            <a:br>
              <a:rPr lang="en-US"/>
            </a:br>
            <a:r>
              <a:rPr lang="en-US"/>
              <a:t>o 8: Reasonable results and interpretation</a:t>
            </a:r>
            <a:br>
              <a:rPr lang="en-US"/>
            </a:br>
            <a:r>
              <a:rPr lang="en-US"/>
              <a:t>o 6: Limited results or unclear explanation</a:t>
            </a:r>
            <a:br>
              <a:rPr lang="en-US"/>
            </a:br>
            <a:r>
              <a:rPr lang="en-US"/>
              <a:t>o 4: Missing or poorly interpreted results</a:t>
            </a:r>
            <a:br>
              <a:rPr lang="en-US"/>
            </a:br>
            <a:endParaRPr lang="en-US"/>
          </a:p>
        </p:txBody>
      </p:sp>
    </p:spTree>
    <p:extLst>
      <p:ext uri="{BB962C8B-B14F-4D97-AF65-F5344CB8AC3E}">
        <p14:creationId xmlns:p14="http://schemas.microsoft.com/office/powerpoint/2010/main" val="2817035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200BEE-AA7C-7DDB-9C62-1085D4F6AE2C}"/>
              </a:ext>
            </a:extLst>
          </p:cNvPr>
          <p:cNvSpPr>
            <a:spLocks noGrp="1"/>
          </p:cNvSpPr>
          <p:nvPr>
            <p:ph type="title"/>
          </p:nvPr>
        </p:nvSpPr>
        <p:spPr/>
        <p:txBody>
          <a:bodyPr/>
          <a:lstStyle/>
          <a:p>
            <a:r>
              <a:rPr lang="en-US"/>
              <a:t>Rubric 2 (Design and Delivery)</a:t>
            </a:r>
          </a:p>
        </p:txBody>
      </p:sp>
      <p:sp>
        <p:nvSpPr>
          <p:cNvPr id="3" name="Content Placeholder 2">
            <a:extLst>
              <a:ext uri="{FF2B5EF4-FFF2-40B4-BE49-F238E27FC236}">
                <a16:creationId xmlns:a16="http://schemas.microsoft.com/office/drawing/2014/main" id="{D1AA1BA2-6F57-B904-AEAE-C68A17CEB5F1}"/>
              </a:ext>
            </a:extLst>
          </p:cNvPr>
          <p:cNvSpPr>
            <a:spLocks noGrp="1"/>
          </p:cNvSpPr>
          <p:nvPr>
            <p:ph idx="1"/>
          </p:nvPr>
        </p:nvSpPr>
        <p:spPr/>
        <p:txBody>
          <a:bodyPr>
            <a:normAutofit fontScale="40000" lnSpcReduction="20000"/>
          </a:bodyPr>
          <a:lstStyle/>
          <a:p>
            <a:pPr marL="0" indent="0">
              <a:buNone/>
            </a:pPr>
            <a:r>
              <a:rPr lang="en-US" sz="4300" b="1"/>
              <a:t>2. Slide Design and Organization (25 points)</a:t>
            </a:r>
            <a:br>
              <a:rPr lang="en-US"/>
            </a:br>
            <a:r>
              <a:rPr lang="en-US"/>
              <a:t>• Clarity and Flow (10 pts):</a:t>
            </a:r>
            <a:br>
              <a:rPr lang="en-US"/>
            </a:br>
            <a:r>
              <a:rPr lang="en-US"/>
              <a:t>Slides are well-structured and easy to follow. Logical sequence from problem → method</a:t>
            </a:r>
            <a:br>
              <a:rPr lang="en-US"/>
            </a:br>
            <a:r>
              <a:rPr lang="en-US"/>
              <a:t>→ results → conclusion.</a:t>
            </a:r>
            <a:br>
              <a:rPr lang="en-US"/>
            </a:br>
            <a:r>
              <a:rPr lang="en-US"/>
              <a:t>• Visual Design (10 pts):</a:t>
            </a:r>
            <a:br>
              <a:rPr lang="en-US"/>
            </a:br>
            <a:r>
              <a:rPr lang="en-US"/>
              <a:t>Appropriate use of visuals, figures, and text. Balanced, readable, and professional-</a:t>
            </a:r>
            <a:br>
              <a:rPr lang="en-US"/>
            </a:br>
            <a:r>
              <a:rPr lang="en-US"/>
              <a:t>looking.</a:t>
            </a:r>
            <a:br>
              <a:rPr lang="en-US"/>
            </a:br>
            <a:r>
              <a:rPr lang="en-US"/>
              <a:t>• Proper Attribution (5 pts):</a:t>
            </a:r>
            <a:br>
              <a:rPr lang="en-US"/>
            </a:br>
            <a:r>
              <a:rPr lang="en-US"/>
              <a:t>Sources, data, and tools are properly cited on slides.</a:t>
            </a:r>
          </a:p>
          <a:p>
            <a:pPr marL="0" indent="0">
              <a:buNone/>
            </a:pPr>
            <a:br>
              <a:rPr lang="en-US" sz="3700" b="1"/>
            </a:br>
            <a:r>
              <a:rPr lang="en-US" sz="4300" b="1"/>
              <a:t>3. Presentation Delivery (30 points)</a:t>
            </a:r>
            <a:br>
              <a:rPr lang="en-US" sz="3700" b="1"/>
            </a:br>
            <a:r>
              <a:rPr lang="en-US"/>
              <a:t>• Oral Communication (10 pts):</a:t>
            </a:r>
            <a:br>
              <a:rPr lang="en-US"/>
            </a:br>
            <a:r>
              <a:rPr lang="en-US"/>
              <a:t>Clear, confident speaking; appropriate pacing; avoids reading directly from slides.</a:t>
            </a:r>
            <a:br>
              <a:rPr lang="en-US"/>
            </a:br>
            <a:r>
              <a:rPr lang="en-US"/>
              <a:t>• Team Collaboration (10 pts):</a:t>
            </a:r>
            <a:br>
              <a:rPr lang="en-US"/>
            </a:br>
            <a:r>
              <a:rPr lang="en-US"/>
              <a:t>All team members contribute meaningfully; balanced participation.</a:t>
            </a:r>
          </a:p>
          <a:p>
            <a:pPr marL="0" indent="0">
              <a:buNone/>
            </a:pPr>
            <a:r>
              <a:rPr lang="en-US"/>
              <a:t>• Engagement and Questions (10 pts):</a:t>
            </a:r>
            <a:br>
              <a:rPr lang="en-US"/>
            </a:br>
            <a:r>
              <a:rPr lang="en-US"/>
              <a:t>Maintains audience interest, handles questions thoughtfully.</a:t>
            </a:r>
          </a:p>
          <a:p>
            <a:pPr marL="0" indent="0">
              <a:buNone/>
            </a:pPr>
            <a:br>
              <a:rPr lang="en-US"/>
            </a:br>
            <a:r>
              <a:rPr lang="en-US" sz="3500" b="1"/>
              <a:t>4. Professionalism and Timing (15 points)</a:t>
            </a:r>
            <a:br>
              <a:rPr lang="en-US"/>
            </a:br>
            <a:r>
              <a:rPr lang="en-US"/>
              <a:t>• Adherence to Time Limit (5 pts):</a:t>
            </a:r>
            <a:br>
              <a:rPr lang="en-US"/>
            </a:br>
            <a:r>
              <a:rPr lang="en-US"/>
              <a:t>Presentation stays within the allotted time (e.g., 8–10 minutes).</a:t>
            </a:r>
            <a:br>
              <a:rPr lang="en-US"/>
            </a:br>
            <a:r>
              <a:rPr lang="en-US"/>
              <a:t>• Professional Conduct (5 pts):</a:t>
            </a:r>
            <a:br>
              <a:rPr lang="en-US"/>
            </a:br>
            <a:r>
              <a:rPr lang="en-US"/>
              <a:t>Shows preparedness, enthusiasm, and respect.</a:t>
            </a:r>
            <a:br>
              <a:rPr lang="en-US"/>
            </a:br>
            <a:r>
              <a:rPr lang="en-US"/>
              <a:t>• Technical Readiness (5 pts):</a:t>
            </a:r>
            <a:br>
              <a:rPr lang="en-US"/>
            </a:br>
            <a:r>
              <a:rPr lang="en-US"/>
              <a:t>Slides, demos, and transitions run smoothly without major technical issues.</a:t>
            </a:r>
            <a:br>
              <a:rPr lang="en-US"/>
            </a:br>
            <a:r>
              <a:rPr lang="en-US"/>
              <a:t>Total: 100 points</a:t>
            </a:r>
            <a:br>
              <a:rPr lang="en-US"/>
            </a:br>
            <a:r>
              <a:rPr lang="en-US"/>
              <a:t>Notes: Grades for each member in a group may differ according to contributions in work</a:t>
            </a:r>
            <a:br>
              <a:rPr lang="en-US"/>
            </a:br>
            <a:r>
              <a:rPr lang="en-US"/>
              <a:t>and presentation delivery</a:t>
            </a:r>
          </a:p>
        </p:txBody>
      </p:sp>
    </p:spTree>
    <p:extLst>
      <p:ext uri="{BB962C8B-B14F-4D97-AF65-F5344CB8AC3E}">
        <p14:creationId xmlns:p14="http://schemas.microsoft.com/office/powerpoint/2010/main" val="33367575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3C756-8F2A-631C-50E0-E83062DB3A2D}"/>
              </a:ext>
            </a:extLst>
          </p:cNvPr>
          <p:cNvSpPr>
            <a:spLocks noGrp="1"/>
          </p:cNvSpPr>
          <p:nvPr>
            <p:ph type="title"/>
          </p:nvPr>
        </p:nvSpPr>
        <p:spPr/>
        <p:txBody>
          <a:bodyPr/>
          <a:lstStyle/>
          <a:p>
            <a:r>
              <a:rPr lang="en-US"/>
              <a:t>Problem Definition</a:t>
            </a:r>
          </a:p>
        </p:txBody>
      </p:sp>
      <p:sp>
        <p:nvSpPr>
          <p:cNvPr id="3" name="Content Placeholder 2">
            <a:extLst>
              <a:ext uri="{FF2B5EF4-FFF2-40B4-BE49-F238E27FC236}">
                <a16:creationId xmlns:a16="http://schemas.microsoft.com/office/drawing/2014/main" id="{6347159A-AA8B-85FF-8E38-91495F744FF1}"/>
              </a:ext>
            </a:extLst>
          </p:cNvPr>
          <p:cNvSpPr>
            <a:spLocks noGrp="1"/>
          </p:cNvSpPr>
          <p:nvPr>
            <p:ph idx="1"/>
          </p:nvPr>
        </p:nvSpPr>
        <p:spPr/>
        <p:txBody>
          <a:bodyPr vert="horz" lIns="91440" tIns="45720" rIns="91440" bIns="45720" rtlCol="0" anchor="t">
            <a:normAutofit lnSpcReduction="10000"/>
          </a:bodyPr>
          <a:lstStyle/>
          <a:p>
            <a:pPr>
              <a:buNone/>
            </a:pPr>
            <a:endParaRPr lang="en-US" sz="1800">
              <a:latin typeface="Arial"/>
              <a:cs typeface="Arial"/>
            </a:endParaRPr>
          </a:p>
          <a:p>
            <a:pPr>
              <a:buNone/>
            </a:pPr>
            <a:r>
              <a:rPr lang="en-US" sz="1900">
                <a:latin typeface="Arial"/>
                <a:cs typeface="Arial"/>
              </a:rPr>
              <a:t>In today’s digital landscape, users are overwhelmed by the vast number of movies available across streaming platforms and media libraries. Without personalized guidance, users often struggle to decide what to watch, leading to inefficient browsing and reduced overall satisfaction. Traditional recommendation methods, such as curated lists or genre-based sorting, fail to adapt to individual user preferences and do not learn unique viewing habits.</a:t>
            </a:r>
            <a:endParaRPr lang="en-US" sz="1900"/>
          </a:p>
          <a:p>
            <a:pPr>
              <a:buNone/>
            </a:pPr>
            <a:r>
              <a:rPr lang="en-US" sz="1900">
                <a:latin typeface="Arial"/>
                <a:cs typeface="Arial"/>
              </a:rPr>
              <a:t>To address this challenge, we aim to develop </a:t>
            </a:r>
            <a:r>
              <a:rPr lang="en-US" sz="1900" err="1">
                <a:latin typeface="Arial"/>
                <a:cs typeface="Arial"/>
              </a:rPr>
              <a:t>Moviemeter's</a:t>
            </a:r>
            <a:r>
              <a:rPr lang="en-US" sz="1900">
                <a:latin typeface="Arial"/>
                <a:cs typeface="Arial"/>
              </a:rPr>
              <a:t> movie recommendation system capable of generating tailored movie suggestions based on user movie ratings. </a:t>
            </a:r>
          </a:p>
          <a:p>
            <a:pPr>
              <a:buNone/>
            </a:pPr>
            <a:r>
              <a:rPr lang="en-US" sz="1900">
                <a:latin typeface="Arial"/>
                <a:cs typeface="Arial"/>
              </a:rPr>
              <a:t>This project seeks to solve the problem of content overload by delivering accurate, personalized movie recommendations that improve user experience, reduce browsing time, and enhance overall satisfaction. The solution must be efficient, scalable, and capable of adapting to diverse user tastes.</a:t>
            </a:r>
            <a:endParaRPr lang="en-US" sz="1900"/>
          </a:p>
          <a:p>
            <a:pPr marL="0" indent="0">
              <a:buNone/>
            </a:pPr>
            <a:br>
              <a:rPr lang="en-US"/>
            </a:br>
            <a:endParaRPr lang="en-US"/>
          </a:p>
        </p:txBody>
      </p:sp>
      <p:pic>
        <p:nvPicPr>
          <p:cNvPr id="1026" name="Picture 2" descr="Too Many Movies, Too Little Time |">
            <a:extLst>
              <a:ext uri="{FF2B5EF4-FFF2-40B4-BE49-F238E27FC236}">
                <a16:creationId xmlns:a16="http://schemas.microsoft.com/office/drawing/2014/main" id="{0EFD3F6E-9684-9D11-8B7A-D2E090AF12C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9450" y="1606550"/>
            <a:ext cx="10847070" cy="36156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209919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D7D3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Yellow question mark">
            <a:extLst>
              <a:ext uri="{FF2B5EF4-FFF2-40B4-BE49-F238E27FC236}">
                <a16:creationId xmlns:a16="http://schemas.microsoft.com/office/drawing/2014/main" id="{B3C86C18-6E9F-0DF9-1B66-1E117AA7D9B4}"/>
              </a:ext>
            </a:extLst>
          </p:cNvPr>
          <p:cNvPicPr>
            <a:picLocks noChangeAspect="1"/>
          </p:cNvPicPr>
          <p:nvPr/>
        </p:nvPicPr>
        <p:blipFill>
          <a:blip r:embed="rId3">
            <a:extLst>
              <a:ext uri="{BEBA8EAE-BF5A-486C-A8C5-ECC9F3942E4B}">
                <a14:imgProps xmlns:a14="http://schemas.microsoft.com/office/drawing/2010/main">
                  <a14:imgLayer r:embed="rId4">
                    <a14:imgEffect>
                      <a14:brightnessContrast contrast="-27000"/>
                    </a14:imgEffect>
                  </a14:imgLayer>
                </a14:imgProps>
              </a:ext>
            </a:extLst>
          </a:blip>
          <a:srcRect l="211" t="-352" r="-254" b="6549"/>
          <a:stretch>
            <a:fillRect/>
          </a:stretch>
        </p:blipFill>
        <p:spPr>
          <a:xfrm>
            <a:off x="2101" y="9"/>
            <a:ext cx="12197156" cy="6861866"/>
          </a:xfrm>
          <a:prstGeom prst="rect">
            <a:avLst/>
          </a:prstGeom>
        </p:spPr>
      </p:pic>
      <p:sp>
        <p:nvSpPr>
          <p:cNvPr id="11" name="Rectangle 10">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EA7B1C0-ACBE-5B85-AD51-1025E455B671}"/>
              </a:ext>
            </a:extLst>
          </p:cNvPr>
          <p:cNvSpPr>
            <a:spLocks noGrp="1"/>
          </p:cNvSpPr>
          <p:nvPr>
            <p:ph type="title"/>
          </p:nvPr>
        </p:nvSpPr>
        <p:spPr>
          <a:xfrm>
            <a:off x="-2103120" y="-2470977"/>
            <a:ext cx="10058400" cy="3574778"/>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5200">
                <a:solidFill>
                  <a:srgbClr val="FFFFFF"/>
                </a:solidFill>
              </a:rPr>
              <a:t>Possible Solution?</a:t>
            </a:r>
          </a:p>
        </p:txBody>
      </p:sp>
    </p:spTree>
    <p:extLst>
      <p:ext uri="{BB962C8B-B14F-4D97-AF65-F5344CB8AC3E}">
        <p14:creationId xmlns:p14="http://schemas.microsoft.com/office/powerpoint/2010/main" val="23872323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12F9FC-7347-C4AA-FEA6-BE6A17550878}"/>
              </a:ext>
            </a:extLst>
          </p:cNvPr>
          <p:cNvSpPr>
            <a:spLocks noGrp="1"/>
          </p:cNvSpPr>
          <p:nvPr>
            <p:ph type="title"/>
          </p:nvPr>
        </p:nvSpPr>
        <p:spPr/>
        <p:txBody>
          <a:bodyPr/>
          <a:lstStyle/>
          <a:p>
            <a:r>
              <a:rPr lang="en-US"/>
              <a:t>AI Methods and Methodology</a:t>
            </a:r>
          </a:p>
        </p:txBody>
      </p:sp>
      <p:sp>
        <p:nvSpPr>
          <p:cNvPr id="3" name="Content Placeholder 2">
            <a:extLst>
              <a:ext uri="{FF2B5EF4-FFF2-40B4-BE49-F238E27FC236}">
                <a16:creationId xmlns:a16="http://schemas.microsoft.com/office/drawing/2014/main" id="{8C2ADA0D-3EF2-7A88-6311-1F3D1564B422}"/>
              </a:ext>
            </a:extLst>
          </p:cNvPr>
          <p:cNvSpPr>
            <a:spLocks noGrp="1"/>
          </p:cNvSpPr>
          <p:nvPr>
            <p:ph idx="1"/>
          </p:nvPr>
        </p:nvSpPr>
        <p:spPr>
          <a:xfrm>
            <a:off x="838200" y="1801812"/>
            <a:ext cx="10515600" cy="4351338"/>
          </a:xfrm>
        </p:spPr>
        <p:txBody>
          <a:bodyPr vert="horz" lIns="91440" tIns="45720" rIns="91440" bIns="45720" rtlCol="0" anchor="t">
            <a:normAutofit/>
          </a:bodyPr>
          <a:lstStyle/>
          <a:p>
            <a:r>
              <a:rPr lang="en-US" b="1"/>
              <a:t>Scalable storage:</a:t>
            </a:r>
            <a:r>
              <a:rPr lang="en-US"/>
              <a:t> </a:t>
            </a:r>
            <a:r>
              <a:rPr lang="en-US" err="1"/>
              <a:t>Supabase</a:t>
            </a:r>
            <a:r>
              <a:rPr lang="en-US"/>
              <a:t> enables reliable retrieval and deployment of recommendation data.</a:t>
            </a:r>
          </a:p>
          <a:p>
            <a:r>
              <a:rPr lang="en-US" b="1"/>
              <a:t>Collaborative filtering (SVD)</a:t>
            </a:r>
            <a:r>
              <a:rPr lang="en-US"/>
              <a:t> effectively extracts underlying user–movie preference patterns.</a:t>
            </a:r>
          </a:p>
          <a:p>
            <a:r>
              <a:rPr lang="en-US" b="1"/>
              <a:t>Automated training and batch insertion</a:t>
            </a:r>
            <a:r>
              <a:rPr lang="en-US"/>
              <a:t> support periodic refresh cycles for evolving user interactions.</a:t>
            </a:r>
          </a:p>
          <a:p>
            <a:r>
              <a:rPr lang="en-US" b="1"/>
              <a:t>Efficient preprocessing and batching</a:t>
            </a:r>
            <a:r>
              <a:rPr lang="en-US"/>
              <a:t> ensure low computational overhead and maintainability.</a:t>
            </a:r>
          </a:p>
          <a:p>
            <a:endParaRPr lang="en-US"/>
          </a:p>
        </p:txBody>
      </p:sp>
    </p:spTree>
    <p:extLst>
      <p:ext uri="{BB962C8B-B14F-4D97-AF65-F5344CB8AC3E}">
        <p14:creationId xmlns:p14="http://schemas.microsoft.com/office/powerpoint/2010/main" val="5818200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F38EFC-D39D-9AD2-7227-26B31AA23308}"/>
              </a:ext>
            </a:extLst>
          </p:cNvPr>
          <p:cNvSpPr>
            <a:spLocks noGrp="1"/>
          </p:cNvSpPr>
          <p:nvPr>
            <p:ph type="title"/>
          </p:nvPr>
        </p:nvSpPr>
        <p:spPr/>
        <p:txBody>
          <a:bodyPr/>
          <a:lstStyle/>
          <a:p>
            <a:r>
              <a:rPr lang="en-US"/>
              <a:t>How It Works?</a:t>
            </a:r>
          </a:p>
        </p:txBody>
      </p:sp>
      <p:sp>
        <p:nvSpPr>
          <p:cNvPr id="3" name="Content Placeholder 2">
            <a:extLst>
              <a:ext uri="{FF2B5EF4-FFF2-40B4-BE49-F238E27FC236}">
                <a16:creationId xmlns:a16="http://schemas.microsoft.com/office/drawing/2014/main" id="{C1A7868B-4A67-5DE6-A078-C407C7B20D39}"/>
              </a:ext>
            </a:extLst>
          </p:cNvPr>
          <p:cNvSpPr>
            <a:spLocks noGrp="1"/>
          </p:cNvSpPr>
          <p:nvPr>
            <p:ph idx="1"/>
          </p:nvPr>
        </p:nvSpPr>
        <p:spPr/>
        <p:txBody>
          <a:bodyPr>
            <a:normAutofit fontScale="92500" lnSpcReduction="10000"/>
          </a:bodyPr>
          <a:lstStyle/>
          <a:p>
            <a:pPr marL="0" indent="0">
              <a:buNone/>
            </a:pPr>
            <a:r>
              <a:rPr lang="en-US"/>
              <a:t>1. Loads environment and connects to </a:t>
            </a:r>
            <a:r>
              <a:rPr lang="en-US" err="1"/>
              <a:t>Supabase</a:t>
            </a:r>
            <a:endParaRPr lang="en-US"/>
          </a:p>
          <a:p>
            <a:pPr marL="0" indent="0">
              <a:buNone/>
            </a:pPr>
            <a:r>
              <a:rPr lang="en-US"/>
              <a:t>2. Fetch users’ liked movies from DB</a:t>
            </a:r>
          </a:p>
          <a:p>
            <a:pPr marL="0" indent="0">
              <a:buNone/>
            </a:pPr>
            <a:r>
              <a:rPr lang="en-US"/>
              <a:t>3. Converts user ID and movie ID into strings (input for SVD)</a:t>
            </a:r>
          </a:p>
          <a:p>
            <a:pPr marL="0" indent="0">
              <a:buNone/>
            </a:pPr>
            <a:r>
              <a:rPr lang="en-US"/>
              <a:t>4. Creates rating scale (1-5), loads data into Surprise, and builds complete training set using all data</a:t>
            </a:r>
          </a:p>
          <a:p>
            <a:pPr marL="0" indent="0">
              <a:buNone/>
            </a:pPr>
            <a:r>
              <a:rPr lang="en-US"/>
              <a:t>5. Train on SVD model </a:t>
            </a:r>
          </a:p>
          <a:p>
            <a:pPr marL="0" indent="0">
              <a:buNone/>
            </a:pPr>
            <a:r>
              <a:rPr lang="en-US"/>
              <a:t>6. Generate predictions for each user </a:t>
            </a:r>
          </a:p>
          <a:p>
            <a:pPr marL="0" indent="0">
              <a:buNone/>
            </a:pPr>
            <a:r>
              <a:rPr lang="en-US"/>
              <a:t>7. Delete Old recommendations in DB</a:t>
            </a:r>
          </a:p>
          <a:p>
            <a:pPr marL="0" indent="0">
              <a:buNone/>
            </a:pPr>
            <a:r>
              <a:rPr lang="en-US"/>
              <a:t>8. Insert New Recommendations in DB</a:t>
            </a:r>
          </a:p>
          <a:p>
            <a:pPr marL="0" indent="0">
              <a:buNone/>
            </a:pPr>
            <a:r>
              <a:rPr lang="en-US"/>
              <a:t>9. Display Recommendations</a:t>
            </a:r>
          </a:p>
        </p:txBody>
      </p:sp>
    </p:spTree>
    <p:extLst>
      <p:ext uri="{BB962C8B-B14F-4D97-AF65-F5344CB8AC3E}">
        <p14:creationId xmlns:p14="http://schemas.microsoft.com/office/powerpoint/2010/main" val="8440502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43D473-C842-16A8-4945-58EF8098603D}"/>
              </a:ext>
            </a:extLst>
          </p:cNvPr>
          <p:cNvSpPr>
            <a:spLocks noGrp="1"/>
          </p:cNvSpPr>
          <p:nvPr>
            <p:ph type="title"/>
          </p:nvPr>
        </p:nvSpPr>
        <p:spPr/>
        <p:txBody>
          <a:bodyPr/>
          <a:lstStyle/>
          <a:p>
            <a:r>
              <a:rPr lang="en-US"/>
              <a:t>Results and Analysis </a:t>
            </a:r>
          </a:p>
        </p:txBody>
      </p:sp>
      <p:sp>
        <p:nvSpPr>
          <p:cNvPr id="4" name="Rectangle 1">
            <a:extLst>
              <a:ext uri="{FF2B5EF4-FFF2-40B4-BE49-F238E27FC236}">
                <a16:creationId xmlns:a16="http://schemas.microsoft.com/office/drawing/2014/main" id="{9F5191A0-07CA-8920-D644-575723A6AAAE}"/>
              </a:ext>
            </a:extLst>
          </p:cNvPr>
          <p:cNvSpPr>
            <a:spLocks noGrp="1" noChangeArrowheads="1"/>
          </p:cNvSpPr>
          <p:nvPr>
            <p:ph idx="1"/>
          </p:nvPr>
        </p:nvSpPr>
        <p:spPr bwMode="auto">
          <a:xfrm>
            <a:off x="161925" y="1562215"/>
            <a:ext cx="10834687" cy="31700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eaLnBrk="0" fontAlgn="base" hangingPunct="0">
              <a:lnSpc>
                <a:spcPct val="100000"/>
              </a:lnSpc>
              <a:spcBef>
                <a:spcPct val="0"/>
              </a:spcBef>
              <a:spcAft>
                <a:spcPct val="0"/>
              </a:spcAft>
            </a:pPr>
            <a:r>
              <a:rPr kumimoji="0" lang="en-US" altLang="en-US" sz="2000" b="0" i="0" u="none" strike="noStrike" cap="none" normalizeH="0" baseline="0">
                <a:ln>
                  <a:noFill/>
                </a:ln>
                <a:solidFill>
                  <a:schemeClr val="tx1"/>
                </a:solidFill>
                <a:effectLst/>
                <a:latin typeface="Arial" panose="020B0604020202020204" pitchFamily="34" charset="0"/>
              </a:rPr>
              <a:t>The full AI pipeline runs successfully: data retrieval, model training, prediction generation and database upload.</a:t>
            </a:r>
          </a:p>
          <a:p>
            <a:pPr eaLnBrk="0" fontAlgn="base" hangingPunct="0">
              <a:lnSpc>
                <a:spcPct val="100000"/>
              </a:lnSpc>
              <a:spcBef>
                <a:spcPct val="0"/>
              </a:spcBef>
              <a:spcAft>
                <a:spcPct val="0"/>
              </a:spcAft>
            </a:pPr>
            <a:r>
              <a:rPr kumimoji="0" lang="en-US" altLang="en-US" sz="2000" b="0" i="0" u="none" strike="noStrike" cap="none" normalizeH="0" baseline="0">
                <a:ln>
                  <a:noFill/>
                </a:ln>
                <a:solidFill>
                  <a:schemeClr val="tx1"/>
                </a:solidFill>
                <a:effectLst/>
                <a:latin typeface="Arial" panose="020B0604020202020204" pitchFamily="34" charset="0"/>
              </a:rPr>
              <a:t>SVD model produces accurate, personalized recommendations based on user rating history.</a:t>
            </a:r>
          </a:p>
          <a:p>
            <a:pPr eaLnBrk="0" fontAlgn="base" hangingPunct="0">
              <a:lnSpc>
                <a:spcPct val="100000"/>
              </a:lnSpc>
              <a:spcBef>
                <a:spcPct val="0"/>
              </a:spcBef>
              <a:spcAft>
                <a:spcPct val="0"/>
              </a:spcAft>
            </a:pPr>
            <a:r>
              <a:rPr kumimoji="0" lang="en-US" altLang="en-US" sz="2000" b="0" i="0" u="none" strike="noStrike" cap="none" normalizeH="0" baseline="0">
                <a:ln>
                  <a:noFill/>
                </a:ln>
                <a:solidFill>
                  <a:schemeClr val="tx1"/>
                </a:solidFill>
                <a:effectLst/>
                <a:latin typeface="Arial" panose="020B0604020202020204" pitchFamily="34" charset="0"/>
              </a:rPr>
              <a:t>Recommendations exclude previously liked movies and align well with user genre/taste patterns.</a:t>
            </a:r>
          </a:p>
          <a:p>
            <a:pPr eaLnBrk="0" fontAlgn="base" hangingPunct="0">
              <a:lnSpc>
                <a:spcPct val="100000"/>
              </a:lnSpc>
              <a:spcBef>
                <a:spcPct val="0"/>
              </a:spcBef>
              <a:spcAft>
                <a:spcPct val="0"/>
              </a:spcAft>
            </a:pPr>
            <a:r>
              <a:rPr kumimoji="0" lang="en-US" altLang="en-US" sz="2000" b="0" i="0" u="none" strike="noStrike" cap="none" normalizeH="0" baseline="0">
                <a:ln>
                  <a:noFill/>
                </a:ln>
                <a:solidFill>
                  <a:schemeClr val="tx1"/>
                </a:solidFill>
                <a:effectLst/>
                <a:latin typeface="Arial" panose="020B0604020202020204" pitchFamily="34" charset="0"/>
              </a:rPr>
              <a:t>Backend is stable: </a:t>
            </a:r>
            <a:r>
              <a:rPr kumimoji="0" lang="en-US" altLang="en-US" sz="2000" b="0" i="0" u="none" strike="noStrike" cap="none" normalizeH="0" baseline="0" err="1">
                <a:ln>
                  <a:noFill/>
                </a:ln>
                <a:solidFill>
                  <a:schemeClr val="tx1"/>
                </a:solidFill>
                <a:effectLst/>
                <a:latin typeface="Arial" panose="020B0604020202020204" pitchFamily="34" charset="0"/>
              </a:rPr>
              <a:t>Supabase</a:t>
            </a:r>
            <a:r>
              <a:rPr kumimoji="0" lang="en-US" altLang="en-US" sz="2000" b="0" i="0" u="none" strike="noStrike" cap="none" normalizeH="0" baseline="0">
                <a:ln>
                  <a:noFill/>
                </a:ln>
                <a:solidFill>
                  <a:schemeClr val="tx1"/>
                </a:solidFill>
                <a:effectLst/>
                <a:latin typeface="Arial" panose="020B0604020202020204" pitchFamily="34" charset="0"/>
              </a:rPr>
              <a:t> tables sync correctly, batch inserts work efficiently, and no runtime errors occur.</a:t>
            </a:r>
          </a:p>
          <a:p>
            <a:pPr eaLnBrk="0" fontAlgn="base" hangingPunct="0">
              <a:lnSpc>
                <a:spcPct val="100000"/>
              </a:lnSpc>
              <a:spcBef>
                <a:spcPct val="0"/>
              </a:spcBef>
              <a:spcAft>
                <a:spcPct val="0"/>
              </a:spcAft>
            </a:pPr>
            <a:r>
              <a:rPr kumimoji="0" lang="en-US" altLang="en-US" sz="2000" b="0" i="0" u="none" strike="noStrike" cap="none" normalizeH="0" baseline="0">
                <a:ln>
                  <a:noFill/>
                </a:ln>
                <a:solidFill>
                  <a:schemeClr val="tx1"/>
                </a:solidFill>
                <a:effectLst/>
                <a:latin typeface="Arial" panose="020B0604020202020204" pitchFamily="34" charset="0"/>
              </a:rPr>
              <a:t>User experience improves</a:t>
            </a:r>
            <a:r>
              <a:rPr lang="en-US" altLang="en-US" sz="2000">
                <a:latin typeface="Arial" panose="020B0604020202020204" pitchFamily="34" charset="0"/>
              </a:rPr>
              <a:t>. M</a:t>
            </a:r>
            <a:r>
              <a:rPr kumimoji="0" lang="en-US" altLang="en-US" sz="2000" b="0" i="0" u="none" strike="noStrike" cap="none" normalizeH="0" baseline="0">
                <a:ln>
                  <a:noFill/>
                </a:ln>
                <a:solidFill>
                  <a:schemeClr val="tx1"/>
                </a:solidFill>
                <a:effectLst/>
                <a:latin typeface="Arial" panose="020B0604020202020204" pitchFamily="34" charset="0"/>
              </a:rPr>
              <a:t>ovies are easier to find, search time is reduced, and recommendations update instantly after new likes.</a:t>
            </a:r>
          </a:p>
          <a:p>
            <a:pPr eaLnBrk="0" fontAlgn="base" hangingPunct="0">
              <a:lnSpc>
                <a:spcPct val="100000"/>
              </a:lnSpc>
              <a:spcBef>
                <a:spcPct val="0"/>
              </a:spcBef>
              <a:spcAft>
                <a:spcPct val="0"/>
              </a:spcAft>
            </a:pPr>
            <a:r>
              <a:rPr kumimoji="0" lang="en-US" altLang="en-US" sz="2000" b="0" i="0" u="none" strike="noStrike" cap="none" normalizeH="0" baseline="0">
                <a:ln>
                  <a:noFill/>
                </a:ln>
                <a:solidFill>
                  <a:schemeClr val="tx1"/>
                </a:solidFill>
                <a:effectLst/>
                <a:latin typeface="Arial" panose="020B0604020202020204" pitchFamily="34" charset="0"/>
              </a:rPr>
              <a:t>Overall, </a:t>
            </a:r>
            <a:r>
              <a:rPr kumimoji="0" lang="en-US" altLang="en-US" sz="2000" b="0" i="0" u="none" strike="noStrike" cap="none" normalizeH="0" baseline="0" err="1">
                <a:ln>
                  <a:noFill/>
                </a:ln>
                <a:solidFill>
                  <a:schemeClr val="tx1"/>
                </a:solidFill>
                <a:effectLst/>
                <a:latin typeface="Arial" panose="020B0604020202020204" pitchFamily="34" charset="0"/>
              </a:rPr>
              <a:t>MovieMeter</a:t>
            </a:r>
            <a:r>
              <a:rPr kumimoji="0" lang="en-US" altLang="en-US" sz="2000" b="0" i="0" u="none" strike="noStrike" cap="none" normalizeH="0" baseline="0">
                <a:ln>
                  <a:noFill/>
                </a:ln>
                <a:solidFill>
                  <a:schemeClr val="tx1"/>
                </a:solidFill>
                <a:effectLst/>
                <a:latin typeface="Arial" panose="020B0604020202020204" pitchFamily="34" charset="0"/>
              </a:rPr>
              <a:t> is fully functional, reliable, and ready for real user usage and scaling.</a:t>
            </a:r>
          </a:p>
        </p:txBody>
      </p:sp>
    </p:spTree>
    <p:extLst>
      <p:ext uri="{BB962C8B-B14F-4D97-AF65-F5344CB8AC3E}">
        <p14:creationId xmlns:p14="http://schemas.microsoft.com/office/powerpoint/2010/main" val="40419470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17184B-4937-E195-E578-C625B2AB911F}"/>
              </a:ext>
            </a:extLst>
          </p:cNvPr>
          <p:cNvSpPr>
            <a:spLocks noGrp="1"/>
          </p:cNvSpPr>
          <p:nvPr>
            <p:ph type="title"/>
          </p:nvPr>
        </p:nvSpPr>
        <p:spPr/>
        <p:txBody>
          <a:bodyPr/>
          <a:lstStyle/>
          <a:p>
            <a:r>
              <a:rPr lang="en-US"/>
              <a:t>Demo</a:t>
            </a:r>
          </a:p>
        </p:txBody>
      </p:sp>
      <p:sp>
        <p:nvSpPr>
          <p:cNvPr id="3" name="Content Placeholder 2">
            <a:extLst>
              <a:ext uri="{FF2B5EF4-FFF2-40B4-BE49-F238E27FC236}">
                <a16:creationId xmlns:a16="http://schemas.microsoft.com/office/drawing/2014/main" id="{1B191FC7-E9E7-3739-A6B0-ADEEF9FD8DFB}"/>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0226263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78E253-B61B-D448-65D1-6310696939B1}"/>
              </a:ext>
            </a:extLst>
          </p:cNvPr>
          <p:cNvSpPr>
            <a:spLocks noGrp="1"/>
          </p:cNvSpPr>
          <p:nvPr>
            <p:ph type="title"/>
          </p:nvPr>
        </p:nvSpPr>
        <p:spPr/>
        <p:txBody>
          <a:bodyPr/>
          <a:lstStyle/>
          <a:p>
            <a:r>
              <a:rPr lang="en-US"/>
              <a:t>Thank you for listening</a:t>
            </a:r>
          </a:p>
        </p:txBody>
      </p:sp>
      <p:sp>
        <p:nvSpPr>
          <p:cNvPr id="3" name="Content Placeholder 2">
            <a:extLst>
              <a:ext uri="{FF2B5EF4-FFF2-40B4-BE49-F238E27FC236}">
                <a16:creationId xmlns:a16="http://schemas.microsoft.com/office/drawing/2014/main" id="{78A205BC-D0D5-B0D3-6029-D27969668505}"/>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2352355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3DCC2F-63C6-155E-2F14-ECA88B217974}"/>
              </a:ext>
            </a:extLst>
          </p:cNvPr>
          <p:cNvSpPr>
            <a:spLocks noGrp="1"/>
          </p:cNvSpPr>
          <p:nvPr>
            <p:ph type="title"/>
          </p:nvPr>
        </p:nvSpPr>
        <p:spPr/>
        <p:txBody>
          <a:bodyPr/>
          <a:lstStyle/>
          <a:p>
            <a:r>
              <a:rPr lang="en-US"/>
              <a:t>Questions?</a:t>
            </a:r>
          </a:p>
        </p:txBody>
      </p:sp>
      <p:sp>
        <p:nvSpPr>
          <p:cNvPr id="3" name="Content Placeholder 2">
            <a:extLst>
              <a:ext uri="{FF2B5EF4-FFF2-40B4-BE49-F238E27FC236}">
                <a16:creationId xmlns:a16="http://schemas.microsoft.com/office/drawing/2014/main" id="{CA21D293-01F4-83D1-4E76-EF3B5C59F821}"/>
              </a:ext>
            </a:extLst>
          </p:cNvPr>
          <p:cNvSpPr>
            <a:spLocks noGrp="1"/>
          </p:cNvSpPr>
          <p:nvPr>
            <p:ph idx="1"/>
          </p:nvPr>
        </p:nvSpPr>
        <p:spPr/>
        <p:txBody>
          <a:bodyPr/>
          <a:lstStyle/>
          <a:p>
            <a:endParaRPr lang="en-US"/>
          </a:p>
        </p:txBody>
      </p:sp>
      <p:pic>
        <p:nvPicPr>
          <p:cNvPr id="2050" name="Picture 2" descr="21 Questions Game: 180+ Best Questions You'll Ever Ask |">
            <a:extLst>
              <a:ext uri="{FF2B5EF4-FFF2-40B4-BE49-F238E27FC236}">
                <a16:creationId xmlns:a16="http://schemas.microsoft.com/office/drawing/2014/main" id="{A87193E6-C65C-A50E-E65A-9A5F30A748A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1969" y="0"/>
            <a:ext cx="13215937" cy="68722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812123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1093</Words>
  <Application>Microsoft Office PowerPoint</Application>
  <PresentationFormat>Widescreen</PresentationFormat>
  <Paragraphs>65</Paragraphs>
  <Slides>11</Slides>
  <Notes>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Aptos</vt:lpstr>
      <vt:lpstr>Aptos Display</vt:lpstr>
      <vt:lpstr>Arial</vt:lpstr>
      <vt:lpstr>Office Theme</vt:lpstr>
      <vt:lpstr>Moviemeter</vt:lpstr>
      <vt:lpstr>Rubric 1</vt:lpstr>
      <vt:lpstr>Rubric 2 (Design and Delivery)</vt:lpstr>
      <vt:lpstr>Problem Definition</vt:lpstr>
      <vt:lpstr>Possible Solution?</vt:lpstr>
      <vt:lpstr>AI Methods and Methodology</vt:lpstr>
      <vt:lpstr>How It Works?</vt:lpstr>
      <vt:lpstr>Results and Analysis </vt:lpstr>
      <vt:lpstr>Demo</vt:lpstr>
      <vt:lpstr>Thank you for listening</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Hunter T Smith</dc:creator>
  <cp:lastModifiedBy>Hunter T Smith</cp:lastModifiedBy>
  <cp:revision>1</cp:revision>
  <dcterms:created xsi:type="dcterms:W3CDTF">2025-11-12T17:18:34Z</dcterms:created>
  <dcterms:modified xsi:type="dcterms:W3CDTF">2025-11-19T17:37:47Z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66b0589-5486-4fa4-9e2e-e6138c587d2b_Enabled">
    <vt:lpwstr>true</vt:lpwstr>
  </property>
  <property fmtid="{D5CDD505-2E9C-101B-9397-08002B2CF9AE}" pid="3" name="MSIP_Label_766b0589-5486-4fa4-9e2e-e6138c587d2b_SetDate">
    <vt:lpwstr>2025-11-12T17:20:43Z</vt:lpwstr>
  </property>
  <property fmtid="{D5CDD505-2E9C-101B-9397-08002B2CF9AE}" pid="4" name="MSIP_Label_766b0589-5486-4fa4-9e2e-e6138c587d2b_Method">
    <vt:lpwstr>Standard</vt:lpwstr>
  </property>
  <property fmtid="{D5CDD505-2E9C-101B-9397-08002B2CF9AE}" pid="5" name="MSIP_Label_766b0589-5486-4fa4-9e2e-e6138c587d2b_Name">
    <vt:lpwstr>defa4170-0d19-0005-0004-bc88714345d2</vt:lpwstr>
  </property>
  <property fmtid="{D5CDD505-2E9C-101B-9397-08002B2CF9AE}" pid="6" name="MSIP_Label_766b0589-5486-4fa4-9e2e-e6138c587d2b_SiteId">
    <vt:lpwstr>abca6162-bfa7-4526-9826-e7fb30c1fc2e</vt:lpwstr>
  </property>
  <property fmtid="{D5CDD505-2E9C-101B-9397-08002B2CF9AE}" pid="7" name="MSIP_Label_766b0589-5486-4fa4-9e2e-e6138c587d2b_ActionId">
    <vt:lpwstr>71380cff-f7ab-47e2-ad7e-f454fe092242</vt:lpwstr>
  </property>
  <property fmtid="{D5CDD505-2E9C-101B-9397-08002B2CF9AE}" pid="8" name="MSIP_Label_766b0589-5486-4fa4-9e2e-e6138c587d2b_ContentBits">
    <vt:lpwstr>0</vt:lpwstr>
  </property>
  <property fmtid="{D5CDD505-2E9C-101B-9397-08002B2CF9AE}" pid="9" name="MSIP_Label_766b0589-5486-4fa4-9e2e-e6138c587d2b_Tag">
    <vt:lpwstr>10, 3, 0, 1</vt:lpwstr>
  </property>
</Properties>
</file>