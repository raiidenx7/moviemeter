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9" r:id="rId3"/>
    <p:sldId id="265" r:id="rId4"/>
    <p:sldId id="260" r:id="rId5"/>
    <p:sldId id="267" r:id="rId6"/>
    <p:sldId id="266" r:id="rId7"/>
    <p:sldId id="268" r:id="rId8"/>
    <p:sldId id="269" r:id="rId9"/>
    <p:sldId id="270" r:id="rId10"/>
    <p:sldId id="271" r:id="rId11"/>
    <p:sldId id="272" r:id="rId12"/>
    <p:sldId id="273" r:id="rId13"/>
    <p:sldId id="261" r:id="rId14"/>
    <p:sldId id="262" r:id="rId15"/>
    <p:sldId id="26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5F0CC22-385B-43CC-9D91-4794FF1EBBF0}" v="1606" dt="2025-11-20T20:03:33.570"/>
    <p1510:client id="{6575C4DC-E07B-4100-954A-485824907759}" v="3" dt="2025-11-21T01:39:42.18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6" d="100"/>
          <a:sy n="106" d="100"/>
        </p:scale>
        <p:origin x="756"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rien Walker" userId="S::dwal1641@students.vsu.edu::47bc5b70-f244-4f40-b1f1-076c4d9f0e1b" providerId="AD" clId="Web-{760AFDC9-3F23-AA3E-AD88-FA76E65A2519}"/>
    <pc:docChg chg="modSld">
      <pc:chgData name="Darien Walker" userId="S::dwal1641@students.vsu.edu::47bc5b70-f244-4f40-b1f1-076c4d9f0e1b" providerId="AD" clId="Web-{760AFDC9-3F23-AA3E-AD88-FA76E65A2519}" dt="2025-11-18T20:45:45.531" v="23"/>
      <pc:docMkLst>
        <pc:docMk/>
      </pc:docMkLst>
      <pc:sldChg chg="addSp delSp modSp mod setBg modNotes">
        <pc:chgData name="Darien Walker" userId="S::dwal1641@students.vsu.edu::47bc5b70-f244-4f40-b1f1-076c4d9f0e1b" providerId="AD" clId="Web-{760AFDC9-3F23-AA3E-AD88-FA76E65A2519}" dt="2025-11-18T20:45:45.531" v="23"/>
        <pc:sldMkLst>
          <pc:docMk/>
          <pc:sldMk cId="2387232387" sldId="265"/>
        </pc:sldMkLst>
        <pc:picChg chg="add del mod modCrop">
          <ac:chgData name="Darien Walker" userId="S::dwal1641@students.vsu.edu::47bc5b70-f244-4f40-b1f1-076c4d9f0e1b" providerId="AD" clId="Web-{760AFDC9-3F23-AA3E-AD88-FA76E65A2519}" dt="2025-11-18T20:31:54.751" v="20" actId="1076"/>
          <ac:picMkLst>
            <pc:docMk/>
            <pc:sldMk cId="2387232387" sldId="265"/>
            <ac:picMk id="5" creationId="{B3C86C18-6E9F-0DF9-1B66-1E117AA7D9B4}"/>
          </ac:picMkLst>
        </pc:picChg>
      </pc:sldChg>
    </pc:docChg>
  </pc:docChgLst>
  <pc:docChgLst>
    <pc:chgData name="Hunter T Smith" userId="85048cc5-0361-478c-b7ab-429a8b03b5c9" providerId="ADAL" clId="{ADBB6B55-2B31-40E9-A57B-2FF8C03F68E7}"/>
    <pc:docChg chg="undo custSel delSld modSld">
      <pc:chgData name="Hunter T Smith" userId="85048cc5-0361-478c-b7ab-429a8b03b5c9" providerId="ADAL" clId="{ADBB6B55-2B31-40E9-A57B-2FF8C03F68E7}" dt="2025-11-21T01:40:09.272" v="67" actId="2696"/>
      <pc:docMkLst>
        <pc:docMk/>
      </pc:docMkLst>
      <pc:sldChg chg="modSp">
        <pc:chgData name="Hunter T Smith" userId="85048cc5-0361-478c-b7ab-429a8b03b5c9" providerId="ADAL" clId="{ADBB6B55-2B31-40E9-A57B-2FF8C03F68E7}" dt="2025-11-21T01:39:42.183" v="65" actId="1076"/>
        <pc:sldMkLst>
          <pc:docMk/>
          <pc:sldMk cId="249124269" sldId="256"/>
        </pc:sldMkLst>
        <pc:picChg chg="mod">
          <ac:chgData name="Hunter T Smith" userId="85048cc5-0361-478c-b7ab-429a8b03b5c9" providerId="ADAL" clId="{ADBB6B55-2B31-40E9-A57B-2FF8C03F68E7}" dt="2025-11-21T01:39:42.183" v="65" actId="1076"/>
          <ac:picMkLst>
            <pc:docMk/>
            <pc:sldMk cId="249124269" sldId="256"/>
            <ac:picMk id="1028" creationId="{E4C7F075-A95C-9FBE-A471-A446D1FE1CEA}"/>
          </ac:picMkLst>
        </pc:picChg>
      </pc:sldChg>
      <pc:sldChg chg="del">
        <pc:chgData name="Hunter T Smith" userId="85048cc5-0361-478c-b7ab-429a8b03b5c9" providerId="ADAL" clId="{ADBB6B55-2B31-40E9-A57B-2FF8C03F68E7}" dt="2025-11-21T01:40:06.718" v="66" actId="2696"/>
        <pc:sldMkLst>
          <pc:docMk/>
          <pc:sldMk cId="281703575" sldId="257"/>
        </pc:sldMkLst>
      </pc:sldChg>
      <pc:sldChg chg="del">
        <pc:chgData name="Hunter T Smith" userId="85048cc5-0361-478c-b7ab-429a8b03b5c9" providerId="ADAL" clId="{ADBB6B55-2B31-40E9-A57B-2FF8C03F68E7}" dt="2025-11-21T01:40:09.272" v="67" actId="2696"/>
        <pc:sldMkLst>
          <pc:docMk/>
          <pc:sldMk cId="3336757586" sldId="258"/>
        </pc:sldMkLst>
      </pc:sldChg>
      <pc:sldChg chg="addSp delSp modSp mod">
        <pc:chgData name="Hunter T Smith" userId="85048cc5-0361-478c-b7ab-429a8b03b5c9" providerId="ADAL" clId="{ADBB6B55-2B31-40E9-A57B-2FF8C03F68E7}" dt="2025-11-21T01:34:25.674" v="64" actId="20577"/>
        <pc:sldMkLst>
          <pc:docMk/>
          <pc:sldMk cId="673228156" sldId="273"/>
        </pc:sldMkLst>
        <pc:spChg chg="mod">
          <ac:chgData name="Hunter T Smith" userId="85048cc5-0361-478c-b7ab-429a8b03b5c9" providerId="ADAL" clId="{ADBB6B55-2B31-40E9-A57B-2FF8C03F68E7}" dt="2025-11-21T01:25:37.257" v="11" actId="26606"/>
          <ac:spMkLst>
            <pc:docMk/>
            <pc:sldMk cId="673228156" sldId="273"/>
            <ac:spMk id="2" creationId="{73B8C099-B839-8271-D5AA-143B8187E8E5}"/>
          </ac:spMkLst>
        </pc:spChg>
        <pc:spChg chg="mod">
          <ac:chgData name="Hunter T Smith" userId="85048cc5-0361-478c-b7ab-429a8b03b5c9" providerId="ADAL" clId="{ADBB6B55-2B31-40E9-A57B-2FF8C03F68E7}" dt="2025-11-21T01:34:25.674" v="64" actId="20577"/>
          <ac:spMkLst>
            <pc:docMk/>
            <pc:sldMk cId="673228156" sldId="273"/>
            <ac:spMk id="3" creationId="{E1AF8B6C-0AD8-7244-A31C-D0FF5017D297}"/>
          </ac:spMkLst>
        </pc:spChg>
        <pc:spChg chg="add del">
          <ac:chgData name="Hunter T Smith" userId="85048cc5-0361-478c-b7ab-429a8b03b5c9" providerId="ADAL" clId="{ADBB6B55-2B31-40E9-A57B-2FF8C03F68E7}" dt="2025-11-21T01:25:37.257" v="11" actId="26606"/>
          <ac:spMkLst>
            <pc:docMk/>
            <pc:sldMk cId="673228156" sldId="273"/>
            <ac:spMk id="9" creationId="{9F7D5CDA-D291-4307-BF55-1381FED29634}"/>
          </ac:spMkLst>
        </pc:spChg>
        <pc:spChg chg="add del">
          <ac:chgData name="Hunter T Smith" userId="85048cc5-0361-478c-b7ab-429a8b03b5c9" providerId="ADAL" clId="{ADBB6B55-2B31-40E9-A57B-2FF8C03F68E7}" dt="2025-11-21T01:25:33.299" v="6" actId="26606"/>
          <ac:spMkLst>
            <pc:docMk/>
            <pc:sldMk cId="673228156" sldId="273"/>
            <ac:spMk id="14" creationId="{0288C6B4-AFC3-407F-A595-EFFD38D4CCAF}"/>
          </ac:spMkLst>
        </pc:spChg>
        <pc:spChg chg="add del">
          <ac:chgData name="Hunter T Smith" userId="85048cc5-0361-478c-b7ab-429a8b03b5c9" providerId="ADAL" clId="{ADBB6B55-2B31-40E9-A57B-2FF8C03F68E7}" dt="2025-11-21T01:25:33.299" v="6" actId="26606"/>
          <ac:spMkLst>
            <pc:docMk/>
            <pc:sldMk cId="673228156" sldId="273"/>
            <ac:spMk id="16" creationId="{CF236821-17FE-429B-8D2C-08E13A64EA40}"/>
          </ac:spMkLst>
        </pc:spChg>
        <pc:spChg chg="add del">
          <ac:chgData name="Hunter T Smith" userId="85048cc5-0361-478c-b7ab-429a8b03b5c9" providerId="ADAL" clId="{ADBB6B55-2B31-40E9-A57B-2FF8C03F68E7}" dt="2025-11-21T01:25:33.299" v="6" actId="26606"/>
          <ac:spMkLst>
            <pc:docMk/>
            <pc:sldMk cId="673228156" sldId="273"/>
            <ac:spMk id="18" creationId="{C0BDBCD2-E081-43AB-9119-C55465E59757}"/>
          </ac:spMkLst>
        </pc:spChg>
        <pc:spChg chg="add del">
          <ac:chgData name="Hunter T Smith" userId="85048cc5-0361-478c-b7ab-429a8b03b5c9" providerId="ADAL" clId="{ADBB6B55-2B31-40E9-A57B-2FF8C03F68E7}" dt="2025-11-21T01:25:33.299" v="6" actId="26606"/>
          <ac:spMkLst>
            <pc:docMk/>
            <pc:sldMk cId="673228156" sldId="273"/>
            <ac:spMk id="20" creationId="{98E79BE4-34FE-485A-98A5-92CE8F7C4743}"/>
          </ac:spMkLst>
        </pc:spChg>
        <pc:spChg chg="add del">
          <ac:chgData name="Hunter T Smith" userId="85048cc5-0361-478c-b7ab-429a8b03b5c9" providerId="ADAL" clId="{ADBB6B55-2B31-40E9-A57B-2FF8C03F68E7}" dt="2025-11-21T01:25:33.299" v="6" actId="26606"/>
          <ac:spMkLst>
            <pc:docMk/>
            <pc:sldMk cId="673228156" sldId="273"/>
            <ac:spMk id="22" creationId="{7A5F0580-5EE9-419F-96EE-B6529EF6E7D0}"/>
          </ac:spMkLst>
        </pc:spChg>
        <pc:spChg chg="add del">
          <ac:chgData name="Hunter T Smith" userId="85048cc5-0361-478c-b7ab-429a8b03b5c9" providerId="ADAL" clId="{ADBB6B55-2B31-40E9-A57B-2FF8C03F68E7}" dt="2025-11-21T01:25:36.559" v="8" actId="26606"/>
          <ac:spMkLst>
            <pc:docMk/>
            <pc:sldMk cId="673228156" sldId="273"/>
            <ac:spMk id="24" creationId="{B95B9BA8-1D69-4796-85F5-B6D0BD52354B}"/>
          </ac:spMkLst>
        </pc:spChg>
        <pc:spChg chg="add del">
          <ac:chgData name="Hunter T Smith" userId="85048cc5-0361-478c-b7ab-429a8b03b5c9" providerId="ADAL" clId="{ADBB6B55-2B31-40E9-A57B-2FF8C03F68E7}" dt="2025-11-21T01:25:37.248" v="10" actId="26606"/>
          <ac:spMkLst>
            <pc:docMk/>
            <pc:sldMk cId="673228156" sldId="273"/>
            <ac:spMk id="30" creationId="{7FF47CB7-972F-479F-A36D-9E72D26EC8DA}"/>
          </ac:spMkLst>
        </pc:spChg>
        <pc:spChg chg="add del">
          <ac:chgData name="Hunter T Smith" userId="85048cc5-0361-478c-b7ab-429a8b03b5c9" providerId="ADAL" clId="{ADBB6B55-2B31-40E9-A57B-2FF8C03F68E7}" dt="2025-11-21T01:25:37.248" v="10" actId="26606"/>
          <ac:spMkLst>
            <pc:docMk/>
            <pc:sldMk cId="673228156" sldId="273"/>
            <ac:spMk id="31" creationId="{0D153B68-5844-490D-8E67-F616D6D721CA}"/>
          </ac:spMkLst>
        </pc:spChg>
        <pc:spChg chg="add del">
          <ac:chgData name="Hunter T Smith" userId="85048cc5-0361-478c-b7ab-429a8b03b5c9" providerId="ADAL" clId="{ADBB6B55-2B31-40E9-A57B-2FF8C03F68E7}" dt="2025-11-21T01:25:37.248" v="10" actId="26606"/>
          <ac:spMkLst>
            <pc:docMk/>
            <pc:sldMk cId="673228156" sldId="273"/>
            <ac:spMk id="32" creationId="{9A0D773F-7A7D-4DBB-9DEA-86BB8B8F4BC8}"/>
          </ac:spMkLst>
        </pc:spChg>
        <pc:spChg chg="add">
          <ac:chgData name="Hunter T Smith" userId="85048cc5-0361-478c-b7ab-429a8b03b5c9" providerId="ADAL" clId="{ADBB6B55-2B31-40E9-A57B-2FF8C03F68E7}" dt="2025-11-21T01:25:37.257" v="11" actId="26606"/>
          <ac:spMkLst>
            <pc:docMk/>
            <pc:sldMk cId="673228156" sldId="273"/>
            <ac:spMk id="34" creationId="{0288C6B4-AFC3-407F-A595-EFFD38D4CCAF}"/>
          </ac:spMkLst>
        </pc:spChg>
        <pc:spChg chg="add">
          <ac:chgData name="Hunter T Smith" userId="85048cc5-0361-478c-b7ab-429a8b03b5c9" providerId="ADAL" clId="{ADBB6B55-2B31-40E9-A57B-2FF8C03F68E7}" dt="2025-11-21T01:25:37.257" v="11" actId="26606"/>
          <ac:spMkLst>
            <pc:docMk/>
            <pc:sldMk cId="673228156" sldId="273"/>
            <ac:spMk id="35" creationId="{CF236821-17FE-429B-8D2C-08E13A64EA40}"/>
          </ac:spMkLst>
        </pc:spChg>
        <pc:spChg chg="add">
          <ac:chgData name="Hunter T Smith" userId="85048cc5-0361-478c-b7ab-429a8b03b5c9" providerId="ADAL" clId="{ADBB6B55-2B31-40E9-A57B-2FF8C03F68E7}" dt="2025-11-21T01:25:37.257" v="11" actId="26606"/>
          <ac:spMkLst>
            <pc:docMk/>
            <pc:sldMk cId="673228156" sldId="273"/>
            <ac:spMk id="36" creationId="{C0BDBCD2-E081-43AB-9119-C55465E59757}"/>
          </ac:spMkLst>
        </pc:spChg>
        <pc:spChg chg="add">
          <ac:chgData name="Hunter T Smith" userId="85048cc5-0361-478c-b7ab-429a8b03b5c9" providerId="ADAL" clId="{ADBB6B55-2B31-40E9-A57B-2FF8C03F68E7}" dt="2025-11-21T01:25:37.257" v="11" actId="26606"/>
          <ac:spMkLst>
            <pc:docMk/>
            <pc:sldMk cId="673228156" sldId="273"/>
            <ac:spMk id="37" creationId="{98E79BE4-34FE-485A-98A5-92CE8F7C4743}"/>
          </ac:spMkLst>
        </pc:spChg>
        <pc:spChg chg="add">
          <ac:chgData name="Hunter T Smith" userId="85048cc5-0361-478c-b7ab-429a8b03b5c9" providerId="ADAL" clId="{ADBB6B55-2B31-40E9-A57B-2FF8C03F68E7}" dt="2025-11-21T01:25:37.257" v="11" actId="26606"/>
          <ac:spMkLst>
            <pc:docMk/>
            <pc:sldMk cId="673228156" sldId="273"/>
            <ac:spMk id="38" creationId="{7A5F0580-5EE9-419F-96EE-B6529EF6E7D0}"/>
          </ac:spMkLst>
        </pc:spChg>
        <pc:grpChg chg="add del">
          <ac:chgData name="Hunter T Smith" userId="85048cc5-0361-478c-b7ab-429a8b03b5c9" providerId="ADAL" clId="{ADBB6B55-2B31-40E9-A57B-2FF8C03F68E7}" dt="2025-11-21T01:25:36.559" v="8" actId="26606"/>
          <ac:grpSpMkLst>
            <pc:docMk/>
            <pc:sldMk cId="673228156" sldId="273"/>
            <ac:grpSpMk id="25" creationId="{D44E3F87-3D58-4B03-86B2-15A5C5B9C964}"/>
          </ac:grpSpMkLst>
        </pc:grpChg>
        <pc:picChg chg="del">
          <ac:chgData name="Hunter T Smith" userId="85048cc5-0361-478c-b7ab-429a8b03b5c9" providerId="ADAL" clId="{ADBB6B55-2B31-40E9-A57B-2FF8C03F68E7}" dt="2025-11-21T01:25:16.507" v="0" actId="478"/>
          <ac:picMkLst>
            <pc:docMk/>
            <pc:sldMk cId="673228156" sldId="273"/>
            <ac:picMk id="5" creationId="{9F888025-4B0C-9D77-D59A-FF76682CCFB4}"/>
          </ac:picMkLst>
        </pc:picChg>
        <pc:picChg chg="add mod">
          <ac:chgData name="Hunter T Smith" userId="85048cc5-0361-478c-b7ab-429a8b03b5c9" providerId="ADAL" clId="{ADBB6B55-2B31-40E9-A57B-2FF8C03F68E7}" dt="2025-11-21T01:33:31.101" v="20" actId="1076"/>
          <ac:picMkLst>
            <pc:docMk/>
            <pc:sldMk cId="673228156" sldId="273"/>
            <ac:picMk id="6" creationId="{7BBFCA10-0C63-19E7-DA2E-9E53EF212D66}"/>
          </ac:picMkLst>
        </pc:picChg>
        <pc:picChg chg="add mod">
          <ac:chgData name="Hunter T Smith" userId="85048cc5-0361-478c-b7ab-429a8b03b5c9" providerId="ADAL" clId="{ADBB6B55-2B31-40E9-A57B-2FF8C03F68E7}" dt="2025-11-21T01:33:35.907" v="23" actId="1076"/>
          <ac:picMkLst>
            <pc:docMk/>
            <pc:sldMk cId="673228156" sldId="273"/>
            <ac:picMk id="8" creationId="{74BCD4F4-57EF-4C2F-9E3D-7D22412A626B}"/>
          </ac:picMkLst>
        </pc:picChg>
      </pc:sldChg>
    </pc:docChg>
  </pc:docChgLst>
  <pc:docChgLst>
    <pc:chgData name="Hunter T Smith" userId="85048cc5-0361-478c-b7ab-429a8b03b5c9" providerId="ADAL" clId="{EE23C152-F5A7-494E-894C-B664F80D40D8}"/>
    <pc:docChg chg="undo custSel mod addSld delSld modSld sldOrd">
      <pc:chgData name="Hunter T Smith" userId="85048cc5-0361-478c-b7ab-429a8b03b5c9" providerId="ADAL" clId="{EE23C152-F5A7-494E-894C-B664F80D40D8}" dt="2025-11-20T20:03:33.570" v="4182" actId="20577"/>
      <pc:docMkLst>
        <pc:docMk/>
      </pc:docMkLst>
      <pc:sldChg chg="addSp modSp new mod setBg addAnim">
        <pc:chgData name="Hunter T Smith" userId="85048cc5-0361-478c-b7ab-429a8b03b5c9" providerId="ADAL" clId="{EE23C152-F5A7-494E-894C-B664F80D40D8}" dt="2025-11-20T15:13:35.688" v="1359" actId="1076"/>
        <pc:sldMkLst>
          <pc:docMk/>
          <pc:sldMk cId="249124269" sldId="256"/>
        </pc:sldMkLst>
        <pc:spChg chg="mod">
          <ac:chgData name="Hunter T Smith" userId="85048cc5-0361-478c-b7ab-429a8b03b5c9" providerId="ADAL" clId="{EE23C152-F5A7-494E-894C-B664F80D40D8}" dt="2025-11-20T15:11:31.700" v="1291" actId="26606"/>
          <ac:spMkLst>
            <pc:docMk/>
            <pc:sldMk cId="249124269" sldId="256"/>
            <ac:spMk id="2" creationId="{4501A975-1F0A-263E-A896-4FD4B5522AD2}"/>
          </ac:spMkLst>
        </pc:spChg>
        <pc:spChg chg="mod">
          <ac:chgData name="Hunter T Smith" userId="85048cc5-0361-478c-b7ab-429a8b03b5c9" providerId="ADAL" clId="{EE23C152-F5A7-494E-894C-B664F80D40D8}" dt="2025-11-20T15:13:24.990" v="1353" actId="14100"/>
          <ac:spMkLst>
            <pc:docMk/>
            <pc:sldMk cId="249124269" sldId="256"/>
            <ac:spMk id="3" creationId="{28DF4B77-5B52-A1FF-EF98-1F67EB7FF96E}"/>
          </ac:spMkLst>
        </pc:spChg>
        <pc:spChg chg="add">
          <ac:chgData name="Hunter T Smith" userId="85048cc5-0361-478c-b7ab-429a8b03b5c9" providerId="ADAL" clId="{EE23C152-F5A7-494E-894C-B664F80D40D8}" dt="2025-11-20T15:11:31.700" v="1291" actId="26606"/>
          <ac:spMkLst>
            <pc:docMk/>
            <pc:sldMk cId="249124269" sldId="256"/>
            <ac:spMk id="8" creationId="{1A3C89F8-0D2F-47FF-B903-151248265F47}"/>
          </ac:spMkLst>
        </pc:spChg>
        <pc:spChg chg="add">
          <ac:chgData name="Hunter T Smith" userId="85048cc5-0361-478c-b7ab-429a8b03b5c9" providerId="ADAL" clId="{EE23C152-F5A7-494E-894C-B664F80D40D8}" dt="2025-11-20T15:11:31.700" v="1291" actId="26606"/>
          <ac:spMkLst>
            <pc:docMk/>
            <pc:sldMk cId="249124269" sldId="256"/>
            <ac:spMk id="10" creationId="{C5CB530E-515E-412C-9DF1-5F8FFBD6F383}"/>
          </ac:spMkLst>
        </pc:spChg>
        <pc:spChg chg="add">
          <ac:chgData name="Hunter T Smith" userId="85048cc5-0361-478c-b7ab-429a8b03b5c9" providerId="ADAL" clId="{EE23C152-F5A7-494E-894C-B664F80D40D8}" dt="2025-11-20T15:11:31.700" v="1291" actId="26606"/>
          <ac:spMkLst>
            <pc:docMk/>
            <pc:sldMk cId="249124269" sldId="256"/>
            <ac:spMk id="12" creationId="{712D4376-A578-4FF1-94FC-245E7A6A489F}"/>
          </ac:spMkLst>
        </pc:spChg>
        <pc:spChg chg="add">
          <ac:chgData name="Hunter T Smith" userId="85048cc5-0361-478c-b7ab-429a8b03b5c9" providerId="ADAL" clId="{EE23C152-F5A7-494E-894C-B664F80D40D8}" dt="2025-11-20T15:11:31.700" v="1291" actId="26606"/>
          <ac:spMkLst>
            <pc:docMk/>
            <pc:sldMk cId="249124269" sldId="256"/>
            <ac:spMk id="14" creationId="{AEA7509D-F04F-40CB-A0B3-EEF16499CC9F}"/>
          </ac:spMkLst>
        </pc:spChg>
        <pc:spChg chg="add">
          <ac:chgData name="Hunter T Smith" userId="85048cc5-0361-478c-b7ab-429a8b03b5c9" providerId="ADAL" clId="{EE23C152-F5A7-494E-894C-B664F80D40D8}" dt="2025-11-20T15:11:31.700" v="1291" actId="26606"/>
          <ac:spMkLst>
            <pc:docMk/>
            <pc:sldMk cId="249124269" sldId="256"/>
            <ac:spMk id="18" creationId="{508BEF50-7B1E-49A4-BC19-5F4F1D755E64}"/>
          </ac:spMkLst>
        </pc:spChg>
        <pc:spChg chg="add">
          <ac:chgData name="Hunter T Smith" userId="85048cc5-0361-478c-b7ab-429a8b03b5c9" providerId="ADAL" clId="{EE23C152-F5A7-494E-894C-B664F80D40D8}" dt="2025-11-20T15:11:31.700" v="1291" actId="26606"/>
          <ac:spMkLst>
            <pc:docMk/>
            <pc:sldMk cId="249124269" sldId="256"/>
            <ac:spMk id="20" creationId="{3FBAD350-5664-4811-A208-657FB882D350}"/>
          </ac:spMkLst>
        </pc:spChg>
        <pc:spChg chg="add">
          <ac:chgData name="Hunter T Smith" userId="85048cc5-0361-478c-b7ab-429a8b03b5c9" providerId="ADAL" clId="{EE23C152-F5A7-494E-894C-B664F80D40D8}" dt="2025-11-20T15:11:31.700" v="1291" actId="26606"/>
          <ac:spMkLst>
            <pc:docMk/>
            <pc:sldMk cId="249124269" sldId="256"/>
            <ac:spMk id="22" creationId="{C39ADB8F-D187-49D7-BDCF-C1B6DC727068}"/>
          </ac:spMkLst>
        </pc:spChg>
        <pc:picChg chg="add mod">
          <ac:chgData name="Hunter T Smith" userId="85048cc5-0361-478c-b7ab-429a8b03b5c9" providerId="ADAL" clId="{EE23C152-F5A7-494E-894C-B664F80D40D8}" dt="2025-11-20T15:13:24.990" v="1353" actId="14100"/>
          <ac:picMkLst>
            <pc:docMk/>
            <pc:sldMk cId="249124269" sldId="256"/>
            <ac:picMk id="1026" creationId="{6160F75C-79AF-0603-B22C-3292705A0F5F}"/>
          </ac:picMkLst>
        </pc:picChg>
        <pc:picChg chg="add mod">
          <ac:chgData name="Hunter T Smith" userId="85048cc5-0361-478c-b7ab-429a8b03b5c9" providerId="ADAL" clId="{EE23C152-F5A7-494E-894C-B664F80D40D8}" dt="2025-11-20T15:13:35.688" v="1359" actId="1076"/>
          <ac:picMkLst>
            <pc:docMk/>
            <pc:sldMk cId="249124269" sldId="256"/>
            <ac:picMk id="1028" creationId="{E4C7F075-A95C-9FBE-A471-A446D1FE1CEA}"/>
          </ac:picMkLst>
        </pc:picChg>
        <pc:cxnChg chg="add">
          <ac:chgData name="Hunter T Smith" userId="85048cc5-0361-478c-b7ab-429a8b03b5c9" providerId="ADAL" clId="{EE23C152-F5A7-494E-894C-B664F80D40D8}" dt="2025-11-20T15:11:31.700" v="1291" actId="26606"/>
          <ac:cxnSpMkLst>
            <pc:docMk/>
            <pc:sldMk cId="249124269" sldId="256"/>
            <ac:cxnSpMk id="16" creationId="{56020367-4FD5-4596-8E10-C5F095CD8DBF}"/>
          </ac:cxnSpMkLst>
        </pc:cxnChg>
      </pc:sldChg>
      <pc:sldChg chg="modSp new mod">
        <pc:chgData name="Hunter T Smith" userId="85048cc5-0361-478c-b7ab-429a8b03b5c9" providerId="ADAL" clId="{EE23C152-F5A7-494E-894C-B664F80D40D8}" dt="2025-11-12T17:25:07.272" v="118" actId="403"/>
        <pc:sldMkLst>
          <pc:docMk/>
          <pc:sldMk cId="281703575" sldId="257"/>
        </pc:sldMkLst>
        <pc:spChg chg="mod">
          <ac:chgData name="Hunter T Smith" userId="85048cc5-0361-478c-b7ab-429a8b03b5c9" providerId="ADAL" clId="{EE23C152-F5A7-494E-894C-B664F80D40D8}" dt="2025-11-12T17:22:47.052" v="53" actId="20577"/>
          <ac:spMkLst>
            <pc:docMk/>
            <pc:sldMk cId="281703575" sldId="257"/>
            <ac:spMk id="2" creationId="{11A1330E-B4B8-D538-2564-02E0258B6E3A}"/>
          </ac:spMkLst>
        </pc:spChg>
        <pc:spChg chg="mod">
          <ac:chgData name="Hunter T Smith" userId="85048cc5-0361-478c-b7ab-429a8b03b5c9" providerId="ADAL" clId="{EE23C152-F5A7-494E-894C-B664F80D40D8}" dt="2025-11-12T17:25:07.272" v="118" actId="403"/>
          <ac:spMkLst>
            <pc:docMk/>
            <pc:sldMk cId="281703575" sldId="257"/>
            <ac:spMk id="3" creationId="{33A3629A-093F-CA36-405D-3D61659E3D19}"/>
          </ac:spMkLst>
        </pc:spChg>
      </pc:sldChg>
      <pc:sldChg chg="modSp new mod">
        <pc:chgData name="Hunter T Smith" userId="85048cc5-0361-478c-b7ab-429a8b03b5c9" providerId="ADAL" clId="{EE23C152-F5A7-494E-894C-B664F80D40D8}" dt="2025-11-12T17:27:36.393" v="302" actId="20577"/>
        <pc:sldMkLst>
          <pc:docMk/>
          <pc:sldMk cId="3336757586" sldId="258"/>
        </pc:sldMkLst>
        <pc:spChg chg="mod">
          <ac:chgData name="Hunter T Smith" userId="85048cc5-0361-478c-b7ab-429a8b03b5c9" providerId="ADAL" clId="{EE23C152-F5A7-494E-894C-B664F80D40D8}" dt="2025-11-12T17:27:36.393" v="302" actId="20577"/>
          <ac:spMkLst>
            <pc:docMk/>
            <pc:sldMk cId="3336757586" sldId="258"/>
            <ac:spMk id="2" creationId="{0C200BEE-AA7C-7DDB-9C62-1085D4F6AE2C}"/>
          </ac:spMkLst>
        </pc:spChg>
        <pc:spChg chg="mod">
          <ac:chgData name="Hunter T Smith" userId="85048cc5-0361-478c-b7ab-429a8b03b5c9" providerId="ADAL" clId="{EE23C152-F5A7-494E-894C-B664F80D40D8}" dt="2025-11-12T17:24:55.984" v="116" actId="27636"/>
          <ac:spMkLst>
            <pc:docMk/>
            <pc:sldMk cId="3336757586" sldId="258"/>
            <ac:spMk id="3" creationId="{D1AA1BA2-6F57-B904-AEAE-C68A17CEB5F1}"/>
          </ac:spMkLst>
        </pc:spChg>
      </pc:sldChg>
      <pc:sldChg chg="addSp delSp modSp new mod setBg modNotesTx">
        <pc:chgData name="Hunter T Smith" userId="85048cc5-0361-478c-b7ab-429a8b03b5c9" providerId="ADAL" clId="{EE23C152-F5A7-494E-894C-B664F80D40D8}" dt="2025-11-20T15:20:01.795" v="1687" actId="20577"/>
        <pc:sldMkLst>
          <pc:docMk/>
          <pc:sldMk cId="820991900" sldId="259"/>
        </pc:sldMkLst>
        <pc:spChg chg="mod">
          <ac:chgData name="Hunter T Smith" userId="85048cc5-0361-478c-b7ab-429a8b03b5c9" providerId="ADAL" clId="{EE23C152-F5A7-494E-894C-B664F80D40D8}" dt="2025-11-20T15:14:32.962" v="1427" actId="26606"/>
          <ac:spMkLst>
            <pc:docMk/>
            <pc:sldMk cId="820991900" sldId="259"/>
            <ac:spMk id="2" creationId="{DAF3C756-8F2A-631C-50E0-E83062DB3A2D}"/>
          </ac:spMkLst>
        </pc:spChg>
        <pc:spChg chg="del mod ord">
          <ac:chgData name="Hunter T Smith" userId="85048cc5-0361-478c-b7ab-429a8b03b5c9" providerId="ADAL" clId="{EE23C152-F5A7-494E-894C-B664F80D40D8}" dt="2025-11-20T15:20:01.795" v="1687" actId="20577"/>
          <ac:spMkLst>
            <pc:docMk/>
            <pc:sldMk cId="820991900" sldId="259"/>
            <ac:spMk id="3" creationId="{6347159A-AA8B-85FF-8E38-91495F744FF1}"/>
          </ac:spMkLst>
        </pc:spChg>
        <pc:spChg chg="add del">
          <ac:chgData name="Hunter T Smith" userId="85048cc5-0361-478c-b7ab-429a8b03b5c9" providerId="ADAL" clId="{EE23C152-F5A7-494E-894C-B664F80D40D8}" dt="2025-11-20T15:14:31.133" v="1424" actId="26606"/>
          <ac:spMkLst>
            <pc:docMk/>
            <pc:sldMk cId="820991900" sldId="259"/>
            <ac:spMk id="1031" creationId="{8B3A2D1A-45FC-4F95-B150-1C13EF2F6D09}"/>
          </ac:spMkLst>
        </pc:spChg>
        <pc:spChg chg="add del">
          <ac:chgData name="Hunter T Smith" userId="85048cc5-0361-478c-b7ab-429a8b03b5c9" providerId="ADAL" clId="{EE23C152-F5A7-494E-894C-B664F80D40D8}" dt="2025-11-20T15:14:31.133" v="1424" actId="26606"/>
          <ac:spMkLst>
            <pc:docMk/>
            <pc:sldMk cId="820991900" sldId="259"/>
            <ac:spMk id="1033" creationId="{F3768FD5-DD7A-43C7-8DEA-1F5DB3CB5B95}"/>
          </ac:spMkLst>
        </pc:spChg>
        <pc:spChg chg="add del">
          <ac:chgData name="Hunter T Smith" userId="85048cc5-0361-478c-b7ab-429a8b03b5c9" providerId="ADAL" clId="{EE23C152-F5A7-494E-894C-B664F80D40D8}" dt="2025-11-20T15:14:32.953" v="1426" actId="26606"/>
          <ac:spMkLst>
            <pc:docMk/>
            <pc:sldMk cId="820991900" sldId="259"/>
            <ac:spMk id="1042" creationId="{D7A453D2-15D8-4403-815F-291FA16340D9}"/>
          </ac:spMkLst>
        </pc:spChg>
        <pc:spChg chg="add del">
          <ac:chgData name="Hunter T Smith" userId="85048cc5-0361-478c-b7ab-429a8b03b5c9" providerId="ADAL" clId="{EE23C152-F5A7-494E-894C-B664F80D40D8}" dt="2025-11-20T15:14:32.953" v="1426" actId="26606"/>
          <ac:spMkLst>
            <pc:docMk/>
            <pc:sldMk cId="820991900" sldId="259"/>
            <ac:spMk id="1043" creationId="{B8114C98-A349-4111-A123-E8EAB86ABE30}"/>
          </ac:spMkLst>
        </pc:spChg>
        <pc:spChg chg="add del">
          <ac:chgData name="Hunter T Smith" userId="85048cc5-0361-478c-b7ab-429a8b03b5c9" providerId="ADAL" clId="{EE23C152-F5A7-494E-894C-B664F80D40D8}" dt="2025-11-20T15:14:32.953" v="1426" actId="26606"/>
          <ac:spMkLst>
            <pc:docMk/>
            <pc:sldMk cId="820991900" sldId="259"/>
            <ac:spMk id="1044" creationId="{8161EA6B-09CA-445B-AB0D-8DF76FA92DEF}"/>
          </ac:spMkLst>
        </pc:spChg>
        <pc:spChg chg="add del">
          <ac:chgData name="Hunter T Smith" userId="85048cc5-0361-478c-b7ab-429a8b03b5c9" providerId="ADAL" clId="{EE23C152-F5A7-494E-894C-B664F80D40D8}" dt="2025-11-20T15:14:32.953" v="1426" actId="26606"/>
          <ac:spMkLst>
            <pc:docMk/>
            <pc:sldMk cId="820991900" sldId="259"/>
            <ac:spMk id="1057" creationId="{E2D3D3F2-ABBB-4453-B1C5-1BEBF7E4DD56}"/>
          </ac:spMkLst>
        </pc:spChg>
        <pc:grpChg chg="add del">
          <ac:chgData name="Hunter T Smith" userId="85048cc5-0361-478c-b7ab-429a8b03b5c9" providerId="ADAL" clId="{EE23C152-F5A7-494E-894C-B664F80D40D8}" dt="2025-11-20T15:14:32.953" v="1426" actId="26606"/>
          <ac:grpSpMkLst>
            <pc:docMk/>
            <pc:sldMk cId="820991900" sldId="259"/>
            <ac:grpSpMk id="1035" creationId="{1EA1DAFF-CECA-492F-BFA1-22C64956B8D9}"/>
          </ac:grpSpMkLst>
        </pc:grpChg>
        <pc:grpChg chg="add del">
          <ac:chgData name="Hunter T Smith" userId="85048cc5-0361-478c-b7ab-429a8b03b5c9" providerId="ADAL" clId="{EE23C152-F5A7-494E-894C-B664F80D40D8}" dt="2025-11-20T15:14:32.953" v="1426" actId="26606"/>
          <ac:grpSpMkLst>
            <pc:docMk/>
            <pc:sldMk cId="820991900" sldId="259"/>
            <ac:grpSpMk id="1051" creationId="{AF19A774-30A5-488B-9BAF-629C6440294E}"/>
          </ac:grpSpMkLst>
        </pc:grpChg>
        <pc:grpChg chg="add del">
          <ac:chgData name="Hunter T Smith" userId="85048cc5-0361-478c-b7ab-429a8b03b5c9" providerId="ADAL" clId="{EE23C152-F5A7-494E-894C-B664F80D40D8}" dt="2025-11-20T15:14:32.953" v="1426" actId="26606"/>
          <ac:grpSpMkLst>
            <pc:docMk/>
            <pc:sldMk cId="820991900" sldId="259"/>
            <ac:grpSpMk id="1059" creationId="{8214E4A5-A0D2-42C4-8D14-D2A7E495F041}"/>
          </ac:grpSpMkLst>
        </pc:grpChg>
        <pc:picChg chg="add mod ord">
          <ac:chgData name="Hunter T Smith" userId="85048cc5-0361-478c-b7ab-429a8b03b5c9" providerId="ADAL" clId="{EE23C152-F5A7-494E-894C-B664F80D40D8}" dt="2025-11-20T15:14:32.962" v="1427" actId="26606"/>
          <ac:picMkLst>
            <pc:docMk/>
            <pc:sldMk cId="820991900" sldId="259"/>
            <ac:picMk id="1026" creationId="{0EFD3F6E-9684-9D11-8B7A-D2E090AF12C0}"/>
          </ac:picMkLst>
        </pc:picChg>
      </pc:sldChg>
      <pc:sldChg chg="modSp new mod modNotesTx">
        <pc:chgData name="Hunter T Smith" userId="85048cc5-0361-478c-b7ab-429a8b03b5c9" providerId="ADAL" clId="{EE23C152-F5A7-494E-894C-B664F80D40D8}" dt="2025-11-20T19:15:19.485" v="2905" actId="20577"/>
        <pc:sldMkLst>
          <pc:docMk/>
          <pc:sldMk cId="581820033" sldId="260"/>
        </pc:sldMkLst>
        <pc:spChg chg="mod">
          <ac:chgData name="Hunter T Smith" userId="85048cc5-0361-478c-b7ab-429a8b03b5c9" providerId="ADAL" clId="{EE23C152-F5A7-494E-894C-B664F80D40D8}" dt="2025-11-12T17:26:23.769" v="183" actId="20577"/>
          <ac:spMkLst>
            <pc:docMk/>
            <pc:sldMk cId="581820033" sldId="260"/>
            <ac:spMk id="2" creationId="{EC12F9FC-7347-C4AA-FEA6-BE6A17550878}"/>
          </ac:spMkLst>
        </pc:spChg>
      </pc:sldChg>
      <pc:sldChg chg="modSp new mod ord">
        <pc:chgData name="Hunter T Smith" userId="85048cc5-0361-478c-b7ab-429a8b03b5c9" providerId="ADAL" clId="{EE23C152-F5A7-494E-894C-B664F80D40D8}" dt="2025-11-20T19:46:45.460" v="3305" actId="20577"/>
        <pc:sldMkLst>
          <pc:docMk/>
          <pc:sldMk cId="4041947008" sldId="261"/>
        </pc:sldMkLst>
        <pc:spChg chg="mod">
          <ac:chgData name="Hunter T Smith" userId="85048cc5-0361-478c-b7ab-429a8b03b5c9" providerId="ADAL" clId="{EE23C152-F5A7-494E-894C-B664F80D40D8}" dt="2025-11-20T19:46:40.427" v="3304" actId="20577"/>
          <ac:spMkLst>
            <pc:docMk/>
            <pc:sldMk cId="4041947008" sldId="261"/>
            <ac:spMk id="2" creationId="{A343D473-C842-16A8-4945-58EF8098603D}"/>
          </ac:spMkLst>
        </pc:spChg>
        <pc:spChg chg="mod">
          <ac:chgData name="Hunter T Smith" userId="85048cc5-0361-478c-b7ab-429a8b03b5c9" providerId="ADAL" clId="{EE23C152-F5A7-494E-894C-B664F80D40D8}" dt="2025-11-20T19:46:45.460" v="3305" actId="20577"/>
          <ac:spMkLst>
            <pc:docMk/>
            <pc:sldMk cId="4041947008" sldId="261"/>
            <ac:spMk id="4" creationId="{9F5191A0-07CA-8920-D644-575723A6AAAE}"/>
          </ac:spMkLst>
        </pc:spChg>
      </pc:sldChg>
      <pc:sldChg chg="addSp delSp modSp new mod setBg">
        <pc:chgData name="Hunter T Smith" userId="85048cc5-0361-478c-b7ab-429a8b03b5c9" providerId="ADAL" clId="{EE23C152-F5A7-494E-894C-B664F80D40D8}" dt="2025-11-20T19:07:43.453" v="2604" actId="26606"/>
        <pc:sldMkLst>
          <pc:docMk/>
          <pc:sldMk cId="2022626399" sldId="262"/>
        </pc:sldMkLst>
        <pc:spChg chg="mod">
          <ac:chgData name="Hunter T Smith" userId="85048cc5-0361-478c-b7ab-429a8b03b5c9" providerId="ADAL" clId="{EE23C152-F5A7-494E-894C-B664F80D40D8}" dt="2025-11-20T19:07:43.453" v="2604" actId="26606"/>
          <ac:spMkLst>
            <pc:docMk/>
            <pc:sldMk cId="2022626399" sldId="262"/>
            <ac:spMk id="2" creationId="{9A17184B-4937-E195-E578-C625B2AB911F}"/>
          </ac:spMkLst>
        </pc:spChg>
        <pc:spChg chg="del">
          <ac:chgData name="Hunter T Smith" userId="85048cc5-0361-478c-b7ab-429a8b03b5c9" providerId="ADAL" clId="{EE23C152-F5A7-494E-894C-B664F80D40D8}" dt="2025-11-20T19:07:43.453" v="2604" actId="26606"/>
          <ac:spMkLst>
            <pc:docMk/>
            <pc:sldMk cId="2022626399" sldId="262"/>
            <ac:spMk id="3" creationId="{1B191FC7-E9E7-3739-A6B0-ADEEF9FD8DFB}"/>
          </ac:spMkLst>
        </pc:spChg>
        <pc:spChg chg="add">
          <ac:chgData name="Hunter T Smith" userId="85048cc5-0361-478c-b7ab-429a8b03b5c9" providerId="ADAL" clId="{EE23C152-F5A7-494E-894C-B664F80D40D8}" dt="2025-11-20T19:07:43.453" v="2604" actId="26606"/>
          <ac:spMkLst>
            <pc:docMk/>
            <pc:sldMk cId="2022626399" sldId="262"/>
            <ac:spMk id="10" creationId="{A3363022-C969-41E9-8EB2-E4C94908C1FA}"/>
          </ac:spMkLst>
        </pc:spChg>
        <pc:spChg chg="add">
          <ac:chgData name="Hunter T Smith" userId="85048cc5-0361-478c-b7ab-429a8b03b5c9" providerId="ADAL" clId="{EE23C152-F5A7-494E-894C-B664F80D40D8}" dt="2025-11-20T19:07:43.453" v="2604" actId="26606"/>
          <ac:spMkLst>
            <pc:docMk/>
            <pc:sldMk cId="2022626399" sldId="262"/>
            <ac:spMk id="12" creationId="{8D1AD6B3-BE88-4CEB-BA17-790657CC4729}"/>
          </ac:spMkLst>
        </pc:spChg>
        <pc:grpChg chg="add">
          <ac:chgData name="Hunter T Smith" userId="85048cc5-0361-478c-b7ab-429a8b03b5c9" providerId="ADAL" clId="{EE23C152-F5A7-494E-894C-B664F80D40D8}" dt="2025-11-20T19:07:43.453" v="2604" actId="26606"/>
          <ac:grpSpMkLst>
            <pc:docMk/>
            <pc:sldMk cId="2022626399" sldId="262"/>
            <ac:grpSpMk id="14" creationId="{89D1390B-7E13-4B4F-9CB2-391063412E54}"/>
          </ac:grpSpMkLst>
        </pc:grpChg>
        <pc:picChg chg="add">
          <ac:chgData name="Hunter T Smith" userId="85048cc5-0361-478c-b7ab-429a8b03b5c9" providerId="ADAL" clId="{EE23C152-F5A7-494E-894C-B664F80D40D8}" dt="2025-11-20T19:07:43.453" v="2604" actId="26606"/>
          <ac:picMkLst>
            <pc:docMk/>
            <pc:sldMk cId="2022626399" sldId="262"/>
            <ac:picMk id="7" creationId="{B8EA4C95-F2AA-AA0D-DF8D-76C3BE69F364}"/>
          </ac:picMkLst>
        </pc:picChg>
      </pc:sldChg>
      <pc:sldChg chg="modSp new del mod">
        <pc:chgData name="Hunter T Smith" userId="85048cc5-0361-478c-b7ab-429a8b03b5c9" providerId="ADAL" clId="{EE23C152-F5A7-494E-894C-B664F80D40D8}" dt="2025-11-20T19:07:51.284" v="2605" actId="2696"/>
        <pc:sldMkLst>
          <pc:docMk/>
          <pc:sldMk cId="3235235595" sldId="263"/>
        </pc:sldMkLst>
      </pc:sldChg>
      <pc:sldChg chg="addSp delSp modSp new mod setBg">
        <pc:chgData name="Hunter T Smith" userId="85048cc5-0361-478c-b7ab-429a8b03b5c9" providerId="ADAL" clId="{EE23C152-F5A7-494E-894C-B664F80D40D8}" dt="2025-11-18T20:05:08.743" v="1290" actId="1076"/>
        <pc:sldMkLst>
          <pc:docMk/>
          <pc:sldMk cId="4208121231" sldId="264"/>
        </pc:sldMkLst>
        <pc:spChg chg="mod ord">
          <ac:chgData name="Hunter T Smith" userId="85048cc5-0361-478c-b7ab-429a8b03b5c9" providerId="ADAL" clId="{EE23C152-F5A7-494E-894C-B664F80D40D8}" dt="2025-11-18T20:04:59.874" v="1285" actId="26606"/>
          <ac:spMkLst>
            <pc:docMk/>
            <pc:sldMk cId="4208121231" sldId="264"/>
            <ac:spMk id="2" creationId="{333DCC2F-63C6-155E-2F14-ECA88B217974}"/>
          </ac:spMkLst>
        </pc:spChg>
        <pc:spChg chg="add del mod">
          <ac:chgData name="Hunter T Smith" userId="85048cc5-0361-478c-b7ab-429a8b03b5c9" providerId="ADAL" clId="{EE23C152-F5A7-494E-894C-B664F80D40D8}" dt="2025-11-18T20:04:59.874" v="1285" actId="26606"/>
          <ac:spMkLst>
            <pc:docMk/>
            <pc:sldMk cId="4208121231" sldId="264"/>
            <ac:spMk id="3" creationId="{CA21D293-01F4-83D1-4E76-EF3B5C59F821}"/>
          </ac:spMkLst>
        </pc:spChg>
        <pc:picChg chg="add mod ord">
          <ac:chgData name="Hunter T Smith" userId="85048cc5-0361-478c-b7ab-429a8b03b5c9" providerId="ADAL" clId="{EE23C152-F5A7-494E-894C-B664F80D40D8}" dt="2025-11-18T20:05:08.743" v="1290" actId="1076"/>
          <ac:picMkLst>
            <pc:docMk/>
            <pc:sldMk cId="4208121231" sldId="264"/>
            <ac:picMk id="2050" creationId="{A87193E6-C65C-A50E-E65A-9A5F30A748AD}"/>
          </ac:picMkLst>
        </pc:picChg>
      </pc:sldChg>
      <pc:sldChg chg="addSp delSp modSp new mod setBg modNotesTx">
        <pc:chgData name="Hunter T Smith" userId="85048cc5-0361-478c-b7ab-429a8b03b5c9" providerId="ADAL" clId="{EE23C152-F5A7-494E-894C-B664F80D40D8}" dt="2025-11-20T15:55:15.932" v="1719" actId="20577"/>
        <pc:sldMkLst>
          <pc:docMk/>
          <pc:sldMk cId="2387232387" sldId="265"/>
        </pc:sldMkLst>
        <pc:spChg chg="mod">
          <ac:chgData name="Hunter T Smith" userId="85048cc5-0361-478c-b7ab-429a8b03b5c9" providerId="ADAL" clId="{EE23C152-F5A7-494E-894C-B664F80D40D8}" dt="2025-11-20T15:55:02.537" v="1688" actId="20577"/>
          <ac:spMkLst>
            <pc:docMk/>
            <pc:sldMk cId="2387232387" sldId="265"/>
            <ac:spMk id="2" creationId="{EEA7B1C0-ACBE-5B85-AD51-1025E455B671}"/>
          </ac:spMkLst>
        </pc:spChg>
        <pc:spChg chg="add">
          <ac:chgData name="Hunter T Smith" userId="85048cc5-0361-478c-b7ab-429a8b03b5c9" providerId="ADAL" clId="{EE23C152-F5A7-494E-894C-B664F80D40D8}" dt="2025-11-18T15:03:30.083" v="657" actId="26606"/>
          <ac:spMkLst>
            <pc:docMk/>
            <pc:sldMk cId="2387232387" sldId="265"/>
            <ac:spMk id="9" creationId="{C1DD1A8A-57D5-4A81-AD04-532B043C5611}"/>
          </ac:spMkLst>
        </pc:spChg>
        <pc:spChg chg="add">
          <ac:chgData name="Hunter T Smith" userId="85048cc5-0361-478c-b7ab-429a8b03b5c9" providerId="ADAL" clId="{EE23C152-F5A7-494E-894C-B664F80D40D8}" dt="2025-11-18T15:03:30.083" v="657" actId="26606"/>
          <ac:spMkLst>
            <pc:docMk/>
            <pc:sldMk cId="2387232387" sldId="265"/>
            <ac:spMk id="11" creationId="{007891EC-4501-44ED-A8C8-B11B6DB767AB}"/>
          </ac:spMkLst>
        </pc:spChg>
        <pc:picChg chg="add mod">
          <ac:chgData name="Hunter T Smith" userId="85048cc5-0361-478c-b7ab-429a8b03b5c9" providerId="ADAL" clId="{EE23C152-F5A7-494E-894C-B664F80D40D8}" dt="2025-11-18T15:03:47.973" v="661" actId="1076"/>
          <ac:picMkLst>
            <pc:docMk/>
            <pc:sldMk cId="2387232387" sldId="265"/>
            <ac:picMk id="5" creationId="{B3C86C18-6E9F-0DF9-1B66-1E117AA7D9B4}"/>
          </ac:picMkLst>
        </pc:picChg>
      </pc:sldChg>
      <pc:sldChg chg="addSp delSp modSp new mod setBg modNotesTx">
        <pc:chgData name="Hunter T Smith" userId="85048cc5-0361-478c-b7ab-429a8b03b5c9" providerId="ADAL" clId="{EE23C152-F5A7-494E-894C-B664F80D40D8}" dt="2025-11-20T16:07:16.670" v="2389" actId="20577"/>
        <pc:sldMkLst>
          <pc:docMk/>
          <pc:sldMk cId="844050267" sldId="266"/>
        </pc:sldMkLst>
        <pc:spChg chg="mod">
          <ac:chgData name="Hunter T Smith" userId="85048cc5-0361-478c-b7ab-429a8b03b5c9" providerId="ADAL" clId="{EE23C152-F5A7-494E-894C-B664F80D40D8}" dt="2025-11-20T16:07:16.670" v="2389" actId="20577"/>
          <ac:spMkLst>
            <pc:docMk/>
            <pc:sldMk cId="844050267" sldId="266"/>
            <ac:spMk id="2" creationId="{D3F38EFC-D39D-9AD2-7227-26B31AA23308}"/>
          </ac:spMkLst>
        </pc:spChg>
        <pc:spChg chg="del mod">
          <ac:chgData name="Hunter T Smith" userId="85048cc5-0361-478c-b7ab-429a8b03b5c9" providerId="ADAL" clId="{EE23C152-F5A7-494E-894C-B664F80D40D8}" dt="2025-11-20T16:06:55.167" v="2362" actId="26606"/>
          <ac:spMkLst>
            <pc:docMk/>
            <pc:sldMk cId="844050267" sldId="266"/>
            <ac:spMk id="3" creationId="{C1A7868B-4A67-5DE6-A078-C407C7B20D39}"/>
          </ac:spMkLst>
        </pc:spChg>
        <pc:spChg chg="add">
          <ac:chgData name="Hunter T Smith" userId="85048cc5-0361-478c-b7ab-429a8b03b5c9" providerId="ADAL" clId="{EE23C152-F5A7-494E-894C-B664F80D40D8}" dt="2025-11-20T16:06:55.167" v="2362" actId="26606"/>
          <ac:spMkLst>
            <pc:docMk/>
            <pc:sldMk cId="844050267" sldId="266"/>
            <ac:spMk id="10" creationId="{B50AB553-2A96-4A92-96F2-93548E096954}"/>
          </ac:spMkLst>
        </pc:spChg>
        <pc:graphicFrameChg chg="add">
          <ac:chgData name="Hunter T Smith" userId="85048cc5-0361-478c-b7ab-429a8b03b5c9" providerId="ADAL" clId="{EE23C152-F5A7-494E-894C-B664F80D40D8}" dt="2025-11-20T16:06:55.167" v="2362" actId="26606"/>
          <ac:graphicFrameMkLst>
            <pc:docMk/>
            <pc:sldMk cId="844050267" sldId="266"/>
            <ac:graphicFrameMk id="5" creationId="{F62BFF23-2D5E-2174-BD64-3EA000B56E3E}"/>
          </ac:graphicFrameMkLst>
        </pc:graphicFrameChg>
        <pc:picChg chg="add mod">
          <ac:chgData name="Hunter T Smith" userId="85048cc5-0361-478c-b7ab-429a8b03b5c9" providerId="ADAL" clId="{EE23C152-F5A7-494E-894C-B664F80D40D8}" dt="2025-11-20T16:07:01.116" v="2363" actId="27614"/>
          <ac:picMkLst>
            <pc:docMk/>
            <pc:sldMk cId="844050267" sldId="266"/>
            <ac:picMk id="6" creationId="{3A46B340-43DF-144D-EB99-472EE2195235}"/>
          </ac:picMkLst>
        </pc:picChg>
      </pc:sldChg>
      <pc:sldChg chg="modSp new mod">
        <pc:chgData name="Hunter T Smith" userId="85048cc5-0361-478c-b7ab-429a8b03b5c9" providerId="ADAL" clId="{EE23C152-F5A7-494E-894C-B664F80D40D8}" dt="2025-11-20T16:00:17.333" v="1799" actId="20577"/>
        <pc:sldMkLst>
          <pc:docMk/>
          <pc:sldMk cId="2935566832" sldId="267"/>
        </pc:sldMkLst>
        <pc:spChg chg="mod">
          <ac:chgData name="Hunter T Smith" userId="85048cc5-0361-478c-b7ab-429a8b03b5c9" providerId="ADAL" clId="{EE23C152-F5A7-494E-894C-B664F80D40D8}" dt="2025-11-20T15:59:55.307" v="1781" actId="20577"/>
          <ac:spMkLst>
            <pc:docMk/>
            <pc:sldMk cId="2935566832" sldId="267"/>
            <ac:spMk id="2" creationId="{B02BD2C1-A5D1-8E12-153C-580D249338E2}"/>
          </ac:spMkLst>
        </pc:spChg>
        <pc:spChg chg="mod">
          <ac:chgData name="Hunter T Smith" userId="85048cc5-0361-478c-b7ab-429a8b03b5c9" providerId="ADAL" clId="{EE23C152-F5A7-494E-894C-B664F80D40D8}" dt="2025-11-20T16:00:17.333" v="1799" actId="20577"/>
          <ac:spMkLst>
            <pc:docMk/>
            <pc:sldMk cId="2935566832" sldId="267"/>
            <ac:spMk id="3" creationId="{AEDF5BFD-E5AD-4DF2-937C-1F7E0DB073E0}"/>
          </ac:spMkLst>
        </pc:spChg>
      </pc:sldChg>
      <pc:sldChg chg="modSp new mod">
        <pc:chgData name="Hunter T Smith" userId="85048cc5-0361-478c-b7ab-429a8b03b5c9" providerId="ADAL" clId="{EE23C152-F5A7-494E-894C-B664F80D40D8}" dt="2025-11-20T19:42:09.198" v="3191" actId="20577"/>
        <pc:sldMkLst>
          <pc:docMk/>
          <pc:sldMk cId="2003023317" sldId="268"/>
        </pc:sldMkLst>
        <pc:spChg chg="mod">
          <ac:chgData name="Hunter T Smith" userId="85048cc5-0361-478c-b7ab-429a8b03b5c9" providerId="ADAL" clId="{EE23C152-F5A7-494E-894C-B664F80D40D8}" dt="2025-11-20T19:42:09.198" v="3191" actId="20577"/>
          <ac:spMkLst>
            <pc:docMk/>
            <pc:sldMk cId="2003023317" sldId="268"/>
            <ac:spMk id="2" creationId="{142485C9-1ACB-5C7F-C2BA-0D778D66B38E}"/>
          </ac:spMkLst>
        </pc:spChg>
        <pc:spChg chg="mod">
          <ac:chgData name="Hunter T Smith" userId="85048cc5-0361-478c-b7ab-429a8b03b5c9" providerId="ADAL" clId="{EE23C152-F5A7-494E-894C-B664F80D40D8}" dt="2025-11-20T19:09:28.405" v="2884" actId="20577"/>
          <ac:spMkLst>
            <pc:docMk/>
            <pc:sldMk cId="2003023317" sldId="268"/>
            <ac:spMk id="3" creationId="{17F8026F-DF82-9E1E-7EBF-AF1B31D993D9}"/>
          </ac:spMkLst>
        </pc:spChg>
      </pc:sldChg>
      <pc:sldChg chg="addSp delSp modSp new mod setBg">
        <pc:chgData name="Hunter T Smith" userId="85048cc5-0361-478c-b7ab-429a8b03b5c9" providerId="ADAL" clId="{EE23C152-F5A7-494E-894C-B664F80D40D8}" dt="2025-11-20T19:59:28.556" v="3754" actId="1076"/>
        <pc:sldMkLst>
          <pc:docMk/>
          <pc:sldMk cId="2161264406" sldId="269"/>
        </pc:sldMkLst>
        <pc:spChg chg="mod">
          <ac:chgData name="Hunter T Smith" userId="85048cc5-0361-478c-b7ab-429a8b03b5c9" providerId="ADAL" clId="{EE23C152-F5A7-494E-894C-B664F80D40D8}" dt="2025-11-20T19:59:13.938" v="3749" actId="26606"/>
          <ac:spMkLst>
            <pc:docMk/>
            <pc:sldMk cId="2161264406" sldId="269"/>
            <ac:spMk id="2" creationId="{10487B1F-9F45-6FD8-1993-DAD77DE686F3}"/>
          </ac:spMkLst>
        </pc:spChg>
        <pc:spChg chg="mod ord">
          <ac:chgData name="Hunter T Smith" userId="85048cc5-0361-478c-b7ab-429a8b03b5c9" providerId="ADAL" clId="{EE23C152-F5A7-494E-894C-B664F80D40D8}" dt="2025-11-20T19:59:13.938" v="3749" actId="26606"/>
          <ac:spMkLst>
            <pc:docMk/>
            <pc:sldMk cId="2161264406" sldId="269"/>
            <ac:spMk id="3" creationId="{691613C6-C206-E9F2-5AD7-8F95A592C935}"/>
          </ac:spMkLst>
        </pc:spChg>
        <pc:spChg chg="add del">
          <ac:chgData name="Hunter T Smith" userId="85048cc5-0361-478c-b7ab-429a8b03b5c9" providerId="ADAL" clId="{EE23C152-F5A7-494E-894C-B664F80D40D8}" dt="2025-11-20T19:56:20.147" v="3739" actId="26606"/>
          <ac:spMkLst>
            <pc:docMk/>
            <pc:sldMk cId="2161264406" sldId="269"/>
            <ac:spMk id="9" creationId="{C0763A76-9F1C-4FC5-82B7-DD475DA461B2}"/>
          </ac:spMkLst>
        </pc:spChg>
        <pc:spChg chg="add del">
          <ac:chgData name="Hunter T Smith" userId="85048cc5-0361-478c-b7ab-429a8b03b5c9" providerId="ADAL" clId="{EE23C152-F5A7-494E-894C-B664F80D40D8}" dt="2025-11-20T19:56:20.147" v="3739" actId="26606"/>
          <ac:spMkLst>
            <pc:docMk/>
            <pc:sldMk cId="2161264406" sldId="269"/>
            <ac:spMk id="11" creationId="{E81BF4F6-F2CF-4984-9D14-D6966D92F99F}"/>
          </ac:spMkLst>
        </pc:spChg>
        <pc:spChg chg="add del">
          <ac:chgData name="Hunter T Smith" userId="85048cc5-0361-478c-b7ab-429a8b03b5c9" providerId="ADAL" clId="{EE23C152-F5A7-494E-894C-B664F80D40D8}" dt="2025-11-20T19:56:15.842" v="3732" actId="26606"/>
          <ac:spMkLst>
            <pc:docMk/>
            <pc:sldMk cId="2161264406" sldId="269"/>
            <ac:spMk id="16" creationId="{743AA782-23D1-4521-8CAD-47662984AA08}"/>
          </ac:spMkLst>
        </pc:spChg>
        <pc:spChg chg="add del">
          <ac:chgData name="Hunter T Smith" userId="85048cc5-0361-478c-b7ab-429a8b03b5c9" providerId="ADAL" clId="{EE23C152-F5A7-494E-894C-B664F80D40D8}" dt="2025-11-20T19:56:15.842" v="3732" actId="26606"/>
          <ac:spMkLst>
            <pc:docMk/>
            <pc:sldMk cId="2161264406" sldId="269"/>
            <ac:spMk id="18" creationId="{71877DBC-BB60-40F0-AC93-2ACDBAAE60CE}"/>
          </ac:spMkLst>
        </pc:spChg>
        <pc:spChg chg="add del">
          <ac:chgData name="Hunter T Smith" userId="85048cc5-0361-478c-b7ab-429a8b03b5c9" providerId="ADAL" clId="{EE23C152-F5A7-494E-894C-B664F80D40D8}" dt="2025-11-20T19:56:18.402" v="3734" actId="26606"/>
          <ac:spMkLst>
            <pc:docMk/>
            <pc:sldMk cId="2161264406" sldId="269"/>
            <ac:spMk id="20" creationId="{6CB927A4-E432-4310-9CD5-E89FF5063179}"/>
          </ac:spMkLst>
        </pc:spChg>
        <pc:spChg chg="add del">
          <ac:chgData name="Hunter T Smith" userId="85048cc5-0361-478c-b7ab-429a8b03b5c9" providerId="ADAL" clId="{EE23C152-F5A7-494E-894C-B664F80D40D8}" dt="2025-11-20T19:56:18.402" v="3734" actId="26606"/>
          <ac:spMkLst>
            <pc:docMk/>
            <pc:sldMk cId="2161264406" sldId="269"/>
            <ac:spMk id="21" creationId="{8D1AA55E-40D5-461B-A5A8-4AE8AAB71B08}"/>
          </ac:spMkLst>
        </pc:spChg>
        <pc:spChg chg="add del">
          <ac:chgData name="Hunter T Smith" userId="85048cc5-0361-478c-b7ab-429a8b03b5c9" providerId="ADAL" clId="{EE23C152-F5A7-494E-894C-B664F80D40D8}" dt="2025-11-20T19:56:18.402" v="3734" actId="26606"/>
          <ac:spMkLst>
            <pc:docMk/>
            <pc:sldMk cId="2161264406" sldId="269"/>
            <ac:spMk id="22" creationId="{E3020543-B24B-4EC4-8FFC-8DD88EEA91A8}"/>
          </ac:spMkLst>
        </pc:spChg>
        <pc:spChg chg="add del">
          <ac:chgData name="Hunter T Smith" userId="85048cc5-0361-478c-b7ab-429a8b03b5c9" providerId="ADAL" clId="{EE23C152-F5A7-494E-894C-B664F80D40D8}" dt="2025-11-20T19:56:19.024" v="3736" actId="26606"/>
          <ac:spMkLst>
            <pc:docMk/>
            <pc:sldMk cId="2161264406" sldId="269"/>
            <ac:spMk id="25" creationId="{743AA782-23D1-4521-8CAD-47662984AA08}"/>
          </ac:spMkLst>
        </pc:spChg>
        <pc:spChg chg="add del">
          <ac:chgData name="Hunter T Smith" userId="85048cc5-0361-478c-b7ab-429a8b03b5c9" providerId="ADAL" clId="{EE23C152-F5A7-494E-894C-B664F80D40D8}" dt="2025-11-20T19:56:19.024" v="3736" actId="26606"/>
          <ac:spMkLst>
            <pc:docMk/>
            <pc:sldMk cId="2161264406" sldId="269"/>
            <ac:spMk id="26" creationId="{71877DBC-BB60-40F0-AC93-2ACDBAAE60CE}"/>
          </ac:spMkLst>
        </pc:spChg>
        <pc:spChg chg="add del">
          <ac:chgData name="Hunter T Smith" userId="85048cc5-0361-478c-b7ab-429a8b03b5c9" providerId="ADAL" clId="{EE23C152-F5A7-494E-894C-B664F80D40D8}" dt="2025-11-20T19:56:20.132" v="3738" actId="26606"/>
          <ac:spMkLst>
            <pc:docMk/>
            <pc:sldMk cId="2161264406" sldId="269"/>
            <ac:spMk id="28" creationId="{2B97F24A-32CE-4C1C-A50D-3016B394DCFB}"/>
          </ac:spMkLst>
        </pc:spChg>
        <pc:spChg chg="add del">
          <ac:chgData name="Hunter T Smith" userId="85048cc5-0361-478c-b7ab-429a8b03b5c9" providerId="ADAL" clId="{EE23C152-F5A7-494E-894C-B664F80D40D8}" dt="2025-11-20T19:56:20.132" v="3738" actId="26606"/>
          <ac:spMkLst>
            <pc:docMk/>
            <pc:sldMk cId="2161264406" sldId="269"/>
            <ac:spMk id="29" creationId="{CD8B4F24-440B-49E9-B85D-733523DC064B}"/>
          </ac:spMkLst>
        </pc:spChg>
        <pc:spChg chg="add del">
          <ac:chgData name="Hunter T Smith" userId="85048cc5-0361-478c-b7ab-429a8b03b5c9" providerId="ADAL" clId="{EE23C152-F5A7-494E-894C-B664F80D40D8}" dt="2025-11-20T19:57:38.715" v="3742" actId="26606"/>
          <ac:spMkLst>
            <pc:docMk/>
            <pc:sldMk cId="2161264406" sldId="269"/>
            <ac:spMk id="31" creationId="{743AA782-23D1-4521-8CAD-47662984AA08}"/>
          </ac:spMkLst>
        </pc:spChg>
        <pc:spChg chg="add del">
          <ac:chgData name="Hunter T Smith" userId="85048cc5-0361-478c-b7ab-429a8b03b5c9" providerId="ADAL" clId="{EE23C152-F5A7-494E-894C-B664F80D40D8}" dt="2025-11-20T19:57:38.715" v="3742" actId="26606"/>
          <ac:spMkLst>
            <pc:docMk/>
            <pc:sldMk cId="2161264406" sldId="269"/>
            <ac:spMk id="32" creationId="{71877DBC-BB60-40F0-AC93-2ACDBAAE60CE}"/>
          </ac:spMkLst>
        </pc:spChg>
        <pc:spChg chg="add del">
          <ac:chgData name="Hunter T Smith" userId="85048cc5-0361-478c-b7ab-429a8b03b5c9" providerId="ADAL" clId="{EE23C152-F5A7-494E-894C-B664F80D40D8}" dt="2025-11-20T19:59:13.938" v="3749" actId="26606"/>
          <ac:spMkLst>
            <pc:docMk/>
            <pc:sldMk cId="2161264406" sldId="269"/>
            <ac:spMk id="37" creationId="{78532AE1-3E02-470C-B898-A0C62F2E99AB}"/>
          </ac:spMkLst>
        </pc:spChg>
        <pc:spChg chg="add del">
          <ac:chgData name="Hunter T Smith" userId="85048cc5-0361-478c-b7ab-429a8b03b5c9" providerId="ADAL" clId="{EE23C152-F5A7-494E-894C-B664F80D40D8}" dt="2025-11-20T19:59:13.938" v="3749" actId="26606"/>
          <ac:spMkLst>
            <pc:docMk/>
            <pc:sldMk cId="2161264406" sldId="269"/>
            <ac:spMk id="39" creationId="{E7401DF7-4687-415B-A91D-DB43BEEBDFE5}"/>
          </ac:spMkLst>
        </pc:spChg>
        <pc:spChg chg="add del">
          <ac:chgData name="Hunter T Smith" userId="85048cc5-0361-478c-b7ab-429a8b03b5c9" providerId="ADAL" clId="{EE23C152-F5A7-494E-894C-B664F80D40D8}" dt="2025-11-20T19:59:13.938" v="3749" actId="26606"/>
          <ac:spMkLst>
            <pc:docMk/>
            <pc:sldMk cId="2161264406" sldId="269"/>
            <ac:spMk id="41" creationId="{8EFC09D2-72D2-4174-A2DF-1017D0FEBD3D}"/>
          </ac:spMkLst>
        </pc:spChg>
        <pc:spChg chg="add del">
          <ac:chgData name="Hunter T Smith" userId="85048cc5-0361-478c-b7ab-429a8b03b5c9" providerId="ADAL" clId="{EE23C152-F5A7-494E-894C-B664F80D40D8}" dt="2025-11-20T19:58:25.820" v="3744" actId="26606"/>
          <ac:spMkLst>
            <pc:docMk/>
            <pc:sldMk cId="2161264406" sldId="269"/>
            <ac:spMk id="46" creationId="{B6FACB3C-9069-4791-BC5C-0DB7CD19B853}"/>
          </ac:spMkLst>
        </pc:spChg>
        <pc:spChg chg="add del">
          <ac:chgData name="Hunter T Smith" userId="85048cc5-0361-478c-b7ab-429a8b03b5c9" providerId="ADAL" clId="{EE23C152-F5A7-494E-894C-B664F80D40D8}" dt="2025-11-20T19:58:25.820" v="3744" actId="26606"/>
          <ac:spMkLst>
            <pc:docMk/>
            <pc:sldMk cId="2161264406" sldId="269"/>
            <ac:spMk id="48" creationId="{71F2038E-D777-4B76-81DD-DD13EE91B9DD}"/>
          </ac:spMkLst>
        </pc:spChg>
        <pc:spChg chg="add del">
          <ac:chgData name="Hunter T Smith" userId="85048cc5-0361-478c-b7ab-429a8b03b5c9" providerId="ADAL" clId="{EE23C152-F5A7-494E-894C-B664F80D40D8}" dt="2025-11-20T19:59:12.604" v="3746" actId="26606"/>
          <ac:spMkLst>
            <pc:docMk/>
            <pc:sldMk cId="2161264406" sldId="269"/>
            <ac:spMk id="56" creationId="{2EB492CD-616E-47F8-933B-5E2D952A0593}"/>
          </ac:spMkLst>
        </pc:spChg>
        <pc:spChg chg="add del">
          <ac:chgData name="Hunter T Smith" userId="85048cc5-0361-478c-b7ab-429a8b03b5c9" providerId="ADAL" clId="{EE23C152-F5A7-494E-894C-B664F80D40D8}" dt="2025-11-20T19:59:12.604" v="3746" actId="26606"/>
          <ac:spMkLst>
            <pc:docMk/>
            <pc:sldMk cId="2161264406" sldId="269"/>
            <ac:spMk id="57" creationId="{59383CF9-23B5-4335-9B21-1791C4CF1C75}"/>
          </ac:spMkLst>
        </pc:spChg>
        <pc:spChg chg="add del">
          <ac:chgData name="Hunter T Smith" userId="85048cc5-0361-478c-b7ab-429a8b03b5c9" providerId="ADAL" clId="{EE23C152-F5A7-494E-894C-B664F80D40D8}" dt="2025-11-20T19:59:12.604" v="3746" actId="26606"/>
          <ac:spMkLst>
            <pc:docMk/>
            <pc:sldMk cId="2161264406" sldId="269"/>
            <ac:spMk id="58" creationId="{0007FE00-9498-4706-B255-6437B0252C02}"/>
          </ac:spMkLst>
        </pc:spChg>
        <pc:spChg chg="add del">
          <ac:chgData name="Hunter T Smith" userId="85048cc5-0361-478c-b7ab-429a8b03b5c9" providerId="ADAL" clId="{EE23C152-F5A7-494E-894C-B664F80D40D8}" dt="2025-11-20T19:59:13.931" v="3748" actId="26606"/>
          <ac:spMkLst>
            <pc:docMk/>
            <pc:sldMk cId="2161264406" sldId="269"/>
            <ac:spMk id="60" creationId="{B6FACB3C-9069-4791-BC5C-0DB7CD19B853}"/>
          </ac:spMkLst>
        </pc:spChg>
        <pc:spChg chg="add del">
          <ac:chgData name="Hunter T Smith" userId="85048cc5-0361-478c-b7ab-429a8b03b5c9" providerId="ADAL" clId="{EE23C152-F5A7-494E-894C-B664F80D40D8}" dt="2025-11-20T19:59:13.931" v="3748" actId="26606"/>
          <ac:spMkLst>
            <pc:docMk/>
            <pc:sldMk cId="2161264406" sldId="269"/>
            <ac:spMk id="61" creationId="{71F2038E-D777-4B76-81DD-DD13EE91B9DD}"/>
          </ac:spMkLst>
        </pc:spChg>
        <pc:spChg chg="add">
          <ac:chgData name="Hunter T Smith" userId="85048cc5-0361-478c-b7ab-429a8b03b5c9" providerId="ADAL" clId="{EE23C152-F5A7-494E-894C-B664F80D40D8}" dt="2025-11-20T19:59:13.938" v="3749" actId="26606"/>
          <ac:spMkLst>
            <pc:docMk/>
            <pc:sldMk cId="2161264406" sldId="269"/>
            <ac:spMk id="64" creationId="{2EB492CD-616E-47F8-933B-5E2D952A0593}"/>
          </ac:spMkLst>
        </pc:spChg>
        <pc:spChg chg="add">
          <ac:chgData name="Hunter T Smith" userId="85048cc5-0361-478c-b7ab-429a8b03b5c9" providerId="ADAL" clId="{EE23C152-F5A7-494E-894C-B664F80D40D8}" dt="2025-11-20T19:59:13.938" v="3749" actId="26606"/>
          <ac:spMkLst>
            <pc:docMk/>
            <pc:sldMk cId="2161264406" sldId="269"/>
            <ac:spMk id="65" creationId="{59383CF9-23B5-4335-9B21-1791C4CF1C75}"/>
          </ac:spMkLst>
        </pc:spChg>
        <pc:spChg chg="add">
          <ac:chgData name="Hunter T Smith" userId="85048cc5-0361-478c-b7ab-429a8b03b5c9" providerId="ADAL" clId="{EE23C152-F5A7-494E-894C-B664F80D40D8}" dt="2025-11-20T19:59:13.938" v="3749" actId="26606"/>
          <ac:spMkLst>
            <pc:docMk/>
            <pc:sldMk cId="2161264406" sldId="269"/>
            <ac:spMk id="66" creationId="{0007FE00-9498-4706-B255-6437B0252C02}"/>
          </ac:spMkLst>
        </pc:spChg>
        <pc:grpChg chg="add del">
          <ac:chgData name="Hunter T Smith" userId="85048cc5-0361-478c-b7ab-429a8b03b5c9" providerId="ADAL" clId="{EE23C152-F5A7-494E-894C-B664F80D40D8}" dt="2025-11-20T19:58:25.820" v="3744" actId="26606"/>
          <ac:grpSpMkLst>
            <pc:docMk/>
            <pc:sldMk cId="2161264406" sldId="269"/>
            <ac:grpSpMk id="50" creationId="{DD354807-230F-4402-B1B9-F733A8F1F190}"/>
          </ac:grpSpMkLst>
        </pc:grpChg>
        <pc:grpChg chg="add del">
          <ac:chgData name="Hunter T Smith" userId="85048cc5-0361-478c-b7ab-429a8b03b5c9" providerId="ADAL" clId="{EE23C152-F5A7-494E-894C-B664F80D40D8}" dt="2025-11-20T19:59:13.931" v="3748" actId="26606"/>
          <ac:grpSpMkLst>
            <pc:docMk/>
            <pc:sldMk cId="2161264406" sldId="269"/>
            <ac:grpSpMk id="62" creationId="{DD354807-230F-4402-B1B9-F733A8F1F190}"/>
          </ac:grpSpMkLst>
        </pc:grpChg>
        <pc:picChg chg="add del">
          <ac:chgData name="Hunter T Smith" userId="85048cc5-0361-478c-b7ab-429a8b03b5c9" providerId="ADAL" clId="{EE23C152-F5A7-494E-894C-B664F80D40D8}" dt="2025-11-20T19:56:11.393" v="3730" actId="478"/>
          <ac:picMkLst>
            <pc:docMk/>
            <pc:sldMk cId="2161264406" sldId="269"/>
            <ac:picMk id="5" creationId="{C479B19C-08D2-0483-FFD4-C5C8CF67F22A}"/>
          </ac:picMkLst>
        </pc:picChg>
        <pc:picChg chg="add mod">
          <ac:chgData name="Hunter T Smith" userId="85048cc5-0361-478c-b7ab-429a8b03b5c9" providerId="ADAL" clId="{EE23C152-F5A7-494E-894C-B664F80D40D8}" dt="2025-11-20T19:59:28.556" v="3754" actId="1076"/>
          <ac:picMkLst>
            <pc:docMk/>
            <pc:sldMk cId="2161264406" sldId="269"/>
            <ac:picMk id="6" creationId="{16480715-532D-3E70-6B8E-6C285EB0C50F}"/>
          </ac:picMkLst>
        </pc:picChg>
        <pc:cxnChg chg="add del">
          <ac:chgData name="Hunter T Smith" userId="85048cc5-0361-478c-b7ab-429a8b03b5c9" providerId="ADAL" clId="{EE23C152-F5A7-494E-894C-B664F80D40D8}" dt="2025-11-20T19:56:18.402" v="3734" actId="26606"/>
          <ac:cxnSpMkLst>
            <pc:docMk/>
            <pc:sldMk cId="2161264406" sldId="269"/>
            <ac:cxnSpMk id="23" creationId="{7EB498BD-8089-4626-91EA-4978EBEF535E}"/>
          </ac:cxnSpMkLst>
        </pc:cxnChg>
      </pc:sldChg>
      <pc:sldChg chg="addSp modSp new mod setBg">
        <pc:chgData name="Hunter T Smith" userId="85048cc5-0361-478c-b7ab-429a8b03b5c9" providerId="ADAL" clId="{EE23C152-F5A7-494E-894C-B664F80D40D8}" dt="2025-11-20T20:01:10.582" v="3899" actId="20577"/>
        <pc:sldMkLst>
          <pc:docMk/>
          <pc:sldMk cId="2806068581" sldId="270"/>
        </pc:sldMkLst>
        <pc:spChg chg="mod">
          <ac:chgData name="Hunter T Smith" userId="85048cc5-0361-478c-b7ab-429a8b03b5c9" providerId="ADAL" clId="{EE23C152-F5A7-494E-894C-B664F80D40D8}" dt="2025-11-20T20:00:24.062" v="3758" actId="20577"/>
          <ac:spMkLst>
            <pc:docMk/>
            <pc:sldMk cId="2806068581" sldId="270"/>
            <ac:spMk id="2" creationId="{FCF8A228-8EFA-09BE-AA07-B1EA4916C9F4}"/>
          </ac:spMkLst>
        </pc:spChg>
        <pc:spChg chg="mod">
          <ac:chgData name="Hunter T Smith" userId="85048cc5-0361-478c-b7ab-429a8b03b5c9" providerId="ADAL" clId="{EE23C152-F5A7-494E-894C-B664F80D40D8}" dt="2025-11-20T20:01:10.582" v="3899" actId="20577"/>
          <ac:spMkLst>
            <pc:docMk/>
            <pc:sldMk cId="2806068581" sldId="270"/>
            <ac:spMk id="3" creationId="{01283E8B-75E2-AED4-8D84-CD57FAB5DD57}"/>
          </ac:spMkLst>
        </pc:spChg>
        <pc:spChg chg="add">
          <ac:chgData name="Hunter T Smith" userId="85048cc5-0361-478c-b7ab-429a8b03b5c9" providerId="ADAL" clId="{EE23C152-F5A7-494E-894C-B664F80D40D8}" dt="2025-11-20T20:00:19.644" v="3757" actId="26606"/>
          <ac:spMkLst>
            <pc:docMk/>
            <pc:sldMk cId="2806068581" sldId="270"/>
            <ac:spMk id="9" creationId="{3ECBE1F1-D69B-4AFA-ABD5-8E41720EF6DE}"/>
          </ac:spMkLst>
        </pc:spChg>
        <pc:spChg chg="add">
          <ac:chgData name="Hunter T Smith" userId="85048cc5-0361-478c-b7ab-429a8b03b5c9" providerId="ADAL" clId="{EE23C152-F5A7-494E-894C-B664F80D40D8}" dt="2025-11-20T20:00:19.644" v="3757" actId="26606"/>
          <ac:spMkLst>
            <pc:docMk/>
            <pc:sldMk cId="2806068581" sldId="270"/>
            <ac:spMk id="11" creationId="{603A6265-E10C-4B85-9C20-E75FCAF9CC63}"/>
          </ac:spMkLst>
        </pc:spChg>
        <pc:picChg chg="add">
          <ac:chgData name="Hunter T Smith" userId="85048cc5-0361-478c-b7ab-429a8b03b5c9" providerId="ADAL" clId="{EE23C152-F5A7-494E-894C-B664F80D40D8}" dt="2025-11-20T20:00:19.644" v="3757" actId="26606"/>
          <ac:picMkLst>
            <pc:docMk/>
            <pc:sldMk cId="2806068581" sldId="270"/>
            <ac:picMk id="5" creationId="{345645EB-3F3D-8A3C-6307-29189F86EE47}"/>
          </ac:picMkLst>
        </pc:picChg>
      </pc:sldChg>
      <pc:sldChg chg="addSp modSp new mod setBg">
        <pc:chgData name="Hunter T Smith" userId="85048cc5-0361-478c-b7ab-429a8b03b5c9" providerId="ADAL" clId="{EE23C152-F5A7-494E-894C-B664F80D40D8}" dt="2025-11-20T19:55:03.656" v="3694" actId="20577"/>
        <pc:sldMkLst>
          <pc:docMk/>
          <pc:sldMk cId="2259483868" sldId="271"/>
        </pc:sldMkLst>
        <pc:spChg chg="mod">
          <ac:chgData name="Hunter T Smith" userId="85048cc5-0361-478c-b7ab-429a8b03b5c9" providerId="ADAL" clId="{EE23C152-F5A7-494E-894C-B664F80D40D8}" dt="2025-11-20T19:54:54.049" v="3673" actId="26606"/>
          <ac:spMkLst>
            <pc:docMk/>
            <pc:sldMk cId="2259483868" sldId="271"/>
            <ac:spMk id="2" creationId="{8153E461-F926-CE5A-8634-3B5632A790AE}"/>
          </ac:spMkLst>
        </pc:spChg>
        <pc:spChg chg="mod">
          <ac:chgData name="Hunter T Smith" userId="85048cc5-0361-478c-b7ab-429a8b03b5c9" providerId="ADAL" clId="{EE23C152-F5A7-494E-894C-B664F80D40D8}" dt="2025-11-20T19:55:03.656" v="3694" actId="20577"/>
          <ac:spMkLst>
            <pc:docMk/>
            <pc:sldMk cId="2259483868" sldId="271"/>
            <ac:spMk id="3" creationId="{B68AE4CE-4609-EAF2-4C77-89986D90E652}"/>
          </ac:spMkLst>
        </pc:spChg>
        <pc:spChg chg="add">
          <ac:chgData name="Hunter T Smith" userId="85048cc5-0361-478c-b7ab-429a8b03b5c9" providerId="ADAL" clId="{EE23C152-F5A7-494E-894C-B664F80D40D8}" dt="2025-11-20T19:54:54.049" v="3673" actId="26606"/>
          <ac:spMkLst>
            <pc:docMk/>
            <pc:sldMk cId="2259483868" sldId="271"/>
            <ac:spMk id="10" creationId="{2B97F24A-32CE-4C1C-A50D-3016B394DCFB}"/>
          </ac:spMkLst>
        </pc:spChg>
        <pc:spChg chg="add">
          <ac:chgData name="Hunter T Smith" userId="85048cc5-0361-478c-b7ab-429a8b03b5c9" providerId="ADAL" clId="{EE23C152-F5A7-494E-894C-B664F80D40D8}" dt="2025-11-20T19:54:54.049" v="3673" actId="26606"/>
          <ac:spMkLst>
            <pc:docMk/>
            <pc:sldMk cId="2259483868" sldId="271"/>
            <ac:spMk id="12" creationId="{CD8B4F24-440B-49E9-B85D-733523DC064B}"/>
          </ac:spMkLst>
        </pc:spChg>
        <pc:picChg chg="add mod">
          <ac:chgData name="Hunter T Smith" userId="85048cc5-0361-478c-b7ab-429a8b03b5c9" providerId="ADAL" clId="{EE23C152-F5A7-494E-894C-B664F80D40D8}" dt="2025-11-20T19:54:54.049" v="3673" actId="26606"/>
          <ac:picMkLst>
            <pc:docMk/>
            <pc:sldMk cId="2259483868" sldId="271"/>
            <ac:picMk id="5" creationId="{42D07DDC-5E00-A581-8A6B-CB2DF0883B2B}"/>
          </ac:picMkLst>
        </pc:picChg>
      </pc:sldChg>
      <pc:sldChg chg="addSp delSp modSp new mod setBg">
        <pc:chgData name="Hunter T Smith" userId="85048cc5-0361-478c-b7ab-429a8b03b5c9" providerId="ADAL" clId="{EE23C152-F5A7-494E-894C-B664F80D40D8}" dt="2025-11-20T19:51:25.062" v="3668" actId="26606"/>
        <pc:sldMkLst>
          <pc:docMk/>
          <pc:sldMk cId="4132699911" sldId="272"/>
        </pc:sldMkLst>
        <pc:spChg chg="mod">
          <ac:chgData name="Hunter T Smith" userId="85048cc5-0361-478c-b7ab-429a8b03b5c9" providerId="ADAL" clId="{EE23C152-F5A7-494E-894C-B664F80D40D8}" dt="2025-11-20T19:51:25.062" v="3668" actId="26606"/>
          <ac:spMkLst>
            <pc:docMk/>
            <pc:sldMk cId="4132699911" sldId="272"/>
            <ac:spMk id="2" creationId="{6C5FCAEA-3B64-8A9D-8831-7F862489B8FF}"/>
          </ac:spMkLst>
        </pc:spChg>
        <pc:spChg chg="add del mod">
          <ac:chgData name="Hunter T Smith" userId="85048cc5-0361-478c-b7ab-429a8b03b5c9" providerId="ADAL" clId="{EE23C152-F5A7-494E-894C-B664F80D40D8}" dt="2025-11-20T19:51:25.062" v="3668" actId="26606"/>
          <ac:spMkLst>
            <pc:docMk/>
            <pc:sldMk cId="4132699911" sldId="272"/>
            <ac:spMk id="3" creationId="{BC3CCEAC-7351-C5E1-AAD6-262E3A21F264}"/>
          </ac:spMkLst>
        </pc:spChg>
        <pc:spChg chg="add del">
          <ac:chgData name="Hunter T Smith" userId="85048cc5-0361-478c-b7ab-429a8b03b5c9" providerId="ADAL" clId="{EE23C152-F5A7-494E-894C-B664F80D40D8}" dt="2025-11-20T19:51:25.062" v="3667" actId="26606"/>
          <ac:spMkLst>
            <pc:docMk/>
            <pc:sldMk cId="4132699911" sldId="272"/>
            <ac:spMk id="9" creationId="{BACC6370-2D7E-4714-9D71-7542949D7D5D}"/>
          </ac:spMkLst>
        </pc:spChg>
        <pc:spChg chg="add">
          <ac:chgData name="Hunter T Smith" userId="85048cc5-0361-478c-b7ab-429a8b03b5c9" providerId="ADAL" clId="{EE23C152-F5A7-494E-894C-B664F80D40D8}" dt="2025-11-20T19:51:25.062" v="3668" actId="26606"/>
          <ac:spMkLst>
            <pc:docMk/>
            <pc:sldMk cId="4132699911" sldId="272"/>
            <ac:spMk id="10" creationId="{EDDBB197-D710-4A4F-A9CA-FD2177498BE8}"/>
          </ac:spMkLst>
        </pc:spChg>
        <pc:spChg chg="add del">
          <ac:chgData name="Hunter T Smith" userId="85048cc5-0361-478c-b7ab-429a8b03b5c9" providerId="ADAL" clId="{EE23C152-F5A7-494E-894C-B664F80D40D8}" dt="2025-11-20T19:51:25.062" v="3667" actId="26606"/>
          <ac:spMkLst>
            <pc:docMk/>
            <pc:sldMk cId="4132699911" sldId="272"/>
            <ac:spMk id="11" creationId="{F68B3F68-107C-434F-AA38-110D5EA91B85}"/>
          </ac:spMkLst>
        </pc:spChg>
        <pc:spChg chg="add">
          <ac:chgData name="Hunter T Smith" userId="85048cc5-0361-478c-b7ab-429a8b03b5c9" providerId="ADAL" clId="{EE23C152-F5A7-494E-894C-B664F80D40D8}" dt="2025-11-20T19:51:25.062" v="3668" actId="26606"/>
          <ac:spMkLst>
            <pc:docMk/>
            <pc:sldMk cId="4132699911" sldId="272"/>
            <ac:spMk id="12" creationId="{975D1CFA-2CDB-4B64-BD9F-85744E8DA12F}"/>
          </ac:spMkLst>
        </pc:spChg>
        <pc:spChg chg="add del">
          <ac:chgData name="Hunter T Smith" userId="85048cc5-0361-478c-b7ab-429a8b03b5c9" providerId="ADAL" clId="{EE23C152-F5A7-494E-894C-B664F80D40D8}" dt="2025-11-20T19:51:25.062" v="3667" actId="26606"/>
          <ac:spMkLst>
            <pc:docMk/>
            <pc:sldMk cId="4132699911" sldId="272"/>
            <ac:spMk id="13" creationId="{AAD0DBB9-1A4B-4391-81D4-CB19F9AB918A}"/>
          </ac:spMkLst>
        </pc:spChg>
        <pc:spChg chg="add del">
          <ac:chgData name="Hunter T Smith" userId="85048cc5-0361-478c-b7ab-429a8b03b5c9" providerId="ADAL" clId="{EE23C152-F5A7-494E-894C-B664F80D40D8}" dt="2025-11-20T19:51:25.062" v="3667" actId="26606"/>
          <ac:spMkLst>
            <pc:docMk/>
            <pc:sldMk cId="4132699911" sldId="272"/>
            <ac:spMk id="15" creationId="{063BBA22-50EA-4C4D-BE05-F1CE4E63AA56}"/>
          </ac:spMkLst>
        </pc:spChg>
        <pc:spChg chg="add">
          <ac:chgData name="Hunter T Smith" userId="85048cc5-0361-478c-b7ab-429a8b03b5c9" providerId="ADAL" clId="{EE23C152-F5A7-494E-894C-B664F80D40D8}" dt="2025-11-20T19:51:25.062" v="3668" actId="26606"/>
          <ac:spMkLst>
            <pc:docMk/>
            <pc:sldMk cId="4132699911" sldId="272"/>
            <ac:spMk id="19" creationId="{BC3CCEAC-7351-C5E1-AAD6-262E3A21F264}"/>
          </ac:spMkLst>
        </pc:spChg>
        <pc:grpChg chg="add">
          <ac:chgData name="Hunter T Smith" userId="85048cc5-0361-478c-b7ab-429a8b03b5c9" providerId="ADAL" clId="{EE23C152-F5A7-494E-894C-B664F80D40D8}" dt="2025-11-20T19:51:25.062" v="3668" actId="26606"/>
          <ac:grpSpMkLst>
            <pc:docMk/>
            <pc:sldMk cId="4132699911" sldId="272"/>
            <ac:grpSpMk id="14" creationId="{25EE5136-01F1-466C-962D-BA9B4C6757AA}"/>
          </ac:grpSpMkLst>
        </pc:grpChg>
        <pc:graphicFrameChg chg="add del">
          <ac:chgData name="Hunter T Smith" userId="85048cc5-0361-478c-b7ab-429a8b03b5c9" providerId="ADAL" clId="{EE23C152-F5A7-494E-894C-B664F80D40D8}" dt="2025-11-20T19:51:25.062" v="3667" actId="26606"/>
          <ac:graphicFrameMkLst>
            <pc:docMk/>
            <pc:sldMk cId="4132699911" sldId="272"/>
            <ac:graphicFrameMk id="5" creationId="{64BADB02-3A0C-098E-7FAC-411FACA98381}"/>
          </ac:graphicFrameMkLst>
        </pc:graphicFrameChg>
        <pc:picChg chg="add">
          <ac:chgData name="Hunter T Smith" userId="85048cc5-0361-478c-b7ab-429a8b03b5c9" providerId="ADAL" clId="{EE23C152-F5A7-494E-894C-B664F80D40D8}" dt="2025-11-20T19:51:25.062" v="3668" actId="26606"/>
          <ac:picMkLst>
            <pc:docMk/>
            <pc:sldMk cId="4132699911" sldId="272"/>
            <ac:picMk id="7" creationId="{2CA51F57-295F-B44A-FFCA-82B90279E78F}"/>
          </ac:picMkLst>
        </pc:picChg>
      </pc:sldChg>
      <pc:sldChg chg="addSp modSp new mod setBg">
        <pc:chgData name="Hunter T Smith" userId="85048cc5-0361-478c-b7ab-429a8b03b5c9" providerId="ADAL" clId="{EE23C152-F5A7-494E-894C-B664F80D40D8}" dt="2025-11-20T20:03:33.570" v="4182" actId="20577"/>
        <pc:sldMkLst>
          <pc:docMk/>
          <pc:sldMk cId="673228156" sldId="273"/>
        </pc:sldMkLst>
        <pc:spChg chg="mod">
          <ac:chgData name="Hunter T Smith" userId="85048cc5-0361-478c-b7ab-429a8b03b5c9" providerId="ADAL" clId="{EE23C152-F5A7-494E-894C-B664F80D40D8}" dt="2025-11-20T20:01:35.164" v="3900" actId="26606"/>
          <ac:spMkLst>
            <pc:docMk/>
            <pc:sldMk cId="673228156" sldId="273"/>
            <ac:spMk id="2" creationId="{73B8C099-B839-8271-D5AA-143B8187E8E5}"/>
          </ac:spMkLst>
        </pc:spChg>
        <pc:spChg chg="mod">
          <ac:chgData name="Hunter T Smith" userId="85048cc5-0361-478c-b7ab-429a8b03b5c9" providerId="ADAL" clId="{EE23C152-F5A7-494E-894C-B664F80D40D8}" dt="2025-11-20T20:03:33.570" v="4182" actId="20577"/>
          <ac:spMkLst>
            <pc:docMk/>
            <pc:sldMk cId="673228156" sldId="273"/>
            <ac:spMk id="3" creationId="{E1AF8B6C-0AD8-7244-A31C-D0FF5017D297}"/>
          </ac:spMkLst>
        </pc:spChg>
        <pc:spChg chg="add">
          <ac:chgData name="Hunter T Smith" userId="85048cc5-0361-478c-b7ab-429a8b03b5c9" providerId="ADAL" clId="{EE23C152-F5A7-494E-894C-B664F80D40D8}" dt="2025-11-20T20:01:35.164" v="3900" actId="26606"/>
          <ac:spMkLst>
            <pc:docMk/>
            <pc:sldMk cId="673228156" sldId="273"/>
            <ac:spMk id="9" creationId="{9F7D5CDA-D291-4307-BF55-1381FED29634}"/>
          </ac:spMkLst>
        </pc:spChg>
        <pc:picChg chg="add">
          <ac:chgData name="Hunter T Smith" userId="85048cc5-0361-478c-b7ab-429a8b03b5c9" providerId="ADAL" clId="{EE23C152-F5A7-494E-894C-B664F80D40D8}" dt="2025-11-20T20:01:35.164" v="3900" actId="26606"/>
          <ac:picMkLst>
            <pc:docMk/>
            <pc:sldMk cId="673228156" sldId="273"/>
            <ac:picMk id="5" creationId="{9F888025-4B0C-9D77-D59A-FF76682CCFB4}"/>
          </ac:picMkLst>
        </pc:picChg>
      </pc:sldChg>
    </pc:docChg>
  </pc:docChgLst>
  <pc:docChgLst>
    <pc:chgData name="Darien Walker" userId="47bc5b70-f244-4f40-b1f1-076c4d9f0e1b" providerId="ADAL" clId="{9095B452-EC19-4458-B93A-FBCB7805DC5B}"/>
    <pc:docChg chg="custSel modSld">
      <pc:chgData name="Darien Walker" userId="47bc5b70-f244-4f40-b1f1-076c4d9f0e1b" providerId="ADAL" clId="{9095B452-EC19-4458-B93A-FBCB7805DC5B}" dt="2025-11-19T17:36:46.791" v="56" actId="20577"/>
      <pc:docMkLst>
        <pc:docMk/>
      </pc:docMkLst>
      <pc:sldChg chg="addSp delSp modSp mod">
        <pc:chgData name="Darien Walker" userId="47bc5b70-f244-4f40-b1f1-076c4d9f0e1b" providerId="ADAL" clId="{9095B452-EC19-4458-B93A-FBCB7805DC5B}" dt="2025-11-19T05:02:09.702" v="36" actId="20577"/>
        <pc:sldMkLst>
          <pc:docMk/>
          <pc:sldMk cId="581820033" sldId="260"/>
        </pc:sldMkLst>
        <pc:spChg chg="mod">
          <ac:chgData name="Darien Walker" userId="47bc5b70-f244-4f40-b1f1-076c4d9f0e1b" providerId="ADAL" clId="{9095B452-EC19-4458-B93A-FBCB7805DC5B}" dt="2025-11-19T05:02:09.702" v="36" actId="20577"/>
          <ac:spMkLst>
            <pc:docMk/>
            <pc:sldMk cId="581820033" sldId="260"/>
            <ac:spMk id="3" creationId="{8C2ADA0D-3EF2-7A88-6311-1F3D1564B422}"/>
          </ac:spMkLst>
        </pc:spChg>
      </pc:sldChg>
      <pc:sldChg chg="addSp delSp modSp mod">
        <pc:chgData name="Darien Walker" userId="47bc5b70-f244-4f40-b1f1-076c4d9f0e1b" providerId="ADAL" clId="{9095B452-EC19-4458-B93A-FBCB7805DC5B}" dt="2025-11-19T17:36:46.791" v="56" actId="20577"/>
        <pc:sldMkLst>
          <pc:docMk/>
          <pc:sldMk cId="4041947008" sldId="261"/>
        </pc:sldMkLst>
        <pc:spChg chg="add mod">
          <ac:chgData name="Darien Walker" userId="47bc5b70-f244-4f40-b1f1-076c4d9f0e1b" providerId="ADAL" clId="{9095B452-EC19-4458-B93A-FBCB7805DC5B}" dt="2025-11-19T17:36:46.791" v="56" actId="20577"/>
          <ac:spMkLst>
            <pc:docMk/>
            <pc:sldMk cId="4041947008" sldId="261"/>
            <ac:spMk id="4" creationId="{9F5191A0-07CA-8920-D644-575723A6AAAE}"/>
          </ac:spMkLst>
        </pc:spChg>
      </pc:sldChg>
    </pc:docChg>
  </pc:docChgLst>
  <pc:docChgLst>
    <pc:chgData name="Darien Walker" userId="S::dwal1641@students.vsu.edu::47bc5b70-f244-4f40-b1f1-076c4d9f0e1b" providerId="AD" clId="Web-{7459BD68-0644-0DD8-2394-A682AB2946B9}"/>
    <pc:docChg chg="modSld">
      <pc:chgData name="Darien Walker" userId="S::dwal1641@students.vsu.edu::47bc5b70-f244-4f40-b1f1-076c4d9f0e1b" providerId="AD" clId="Web-{7459BD68-0644-0DD8-2394-A682AB2946B9}" dt="2025-11-17T21:41:35.751" v="50" actId="20577"/>
      <pc:docMkLst>
        <pc:docMk/>
      </pc:docMkLst>
      <pc:sldChg chg="modSp">
        <pc:chgData name="Darien Walker" userId="S::dwal1641@students.vsu.edu::47bc5b70-f244-4f40-b1f1-076c4d9f0e1b" providerId="AD" clId="Web-{7459BD68-0644-0DD8-2394-A682AB2946B9}" dt="2025-11-17T21:40:18.766" v="36" actId="20577"/>
        <pc:sldMkLst>
          <pc:docMk/>
          <pc:sldMk cId="820991900" sldId="259"/>
        </pc:sldMkLst>
        <pc:spChg chg="mod">
          <ac:chgData name="Darien Walker" userId="S::dwal1641@students.vsu.edu::47bc5b70-f244-4f40-b1f1-076c4d9f0e1b" providerId="AD" clId="Web-{7459BD68-0644-0DD8-2394-A682AB2946B9}" dt="2025-11-17T21:36:13.578" v="10" actId="20577"/>
          <ac:spMkLst>
            <pc:docMk/>
            <pc:sldMk cId="820991900" sldId="259"/>
            <ac:spMk id="2" creationId="{DAF3C756-8F2A-631C-50E0-E83062DB3A2D}"/>
          </ac:spMkLst>
        </pc:spChg>
        <pc:spChg chg="mod">
          <ac:chgData name="Darien Walker" userId="S::dwal1641@students.vsu.edu::47bc5b70-f244-4f40-b1f1-076c4d9f0e1b" providerId="AD" clId="Web-{7459BD68-0644-0DD8-2394-A682AB2946B9}" dt="2025-11-17T21:40:18.766" v="36" actId="20577"/>
          <ac:spMkLst>
            <pc:docMk/>
            <pc:sldMk cId="820991900" sldId="259"/>
            <ac:spMk id="3" creationId="{6347159A-AA8B-85FF-8E38-91495F744FF1}"/>
          </ac:spMkLst>
        </pc:spChg>
      </pc:sldChg>
      <pc:sldChg chg="modSp">
        <pc:chgData name="Darien Walker" userId="S::dwal1641@students.vsu.edu::47bc5b70-f244-4f40-b1f1-076c4d9f0e1b" providerId="AD" clId="Web-{7459BD68-0644-0DD8-2394-A682AB2946B9}" dt="2025-11-17T21:41:35.751" v="50" actId="20577"/>
        <pc:sldMkLst>
          <pc:docMk/>
          <pc:sldMk cId="581820033" sldId="260"/>
        </pc:sldMkLst>
        <pc:spChg chg="mod">
          <ac:chgData name="Darien Walker" userId="S::dwal1641@students.vsu.edu::47bc5b70-f244-4f40-b1f1-076c4d9f0e1b" providerId="AD" clId="Web-{7459BD68-0644-0DD8-2394-A682AB2946B9}" dt="2025-11-17T21:41:35.751" v="50" actId="20577"/>
          <ac:spMkLst>
            <pc:docMk/>
            <pc:sldMk cId="581820033" sldId="260"/>
            <ac:spMk id="3" creationId="{8C2ADA0D-3EF2-7A88-6311-1F3D1564B422}"/>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8E22C6A-C9C8-47A2-B427-45C7C3096D5F}" type="doc">
      <dgm:prSet loTypeId="urn:microsoft.com/office/officeart/2016/7/layout/RepeatingBendingProcessNew" loCatId="process" qsTypeId="urn:microsoft.com/office/officeart/2005/8/quickstyle/simple4" qsCatId="simple" csTypeId="urn:microsoft.com/office/officeart/2005/8/colors/accent1_2" csCatId="accent1"/>
      <dgm:spPr/>
      <dgm:t>
        <a:bodyPr/>
        <a:lstStyle/>
        <a:p>
          <a:endParaRPr lang="en-US"/>
        </a:p>
      </dgm:t>
    </dgm:pt>
    <dgm:pt modelId="{7A2CEF69-6518-4E0D-9C51-C55ED50E65D5}">
      <dgm:prSet/>
      <dgm:spPr/>
      <dgm:t>
        <a:bodyPr/>
        <a:lstStyle/>
        <a:p>
          <a:r>
            <a:rPr lang="en-US"/>
            <a:t>1. Loads environment and connects to Supabase</a:t>
          </a:r>
        </a:p>
      </dgm:t>
    </dgm:pt>
    <dgm:pt modelId="{AFD6BA1D-A22E-4E1C-9236-D403BC90564A}" type="parTrans" cxnId="{E27FDA69-5A5E-4934-AE31-B65A7343ECB9}">
      <dgm:prSet/>
      <dgm:spPr/>
      <dgm:t>
        <a:bodyPr/>
        <a:lstStyle/>
        <a:p>
          <a:endParaRPr lang="en-US"/>
        </a:p>
      </dgm:t>
    </dgm:pt>
    <dgm:pt modelId="{DE8467D8-281F-4757-8425-16660D1CF697}" type="sibTrans" cxnId="{E27FDA69-5A5E-4934-AE31-B65A7343ECB9}">
      <dgm:prSet/>
      <dgm:spPr/>
      <dgm:t>
        <a:bodyPr/>
        <a:lstStyle/>
        <a:p>
          <a:endParaRPr lang="en-US"/>
        </a:p>
      </dgm:t>
    </dgm:pt>
    <dgm:pt modelId="{3D06AC74-184E-46E5-83FA-A9C288C31B9D}">
      <dgm:prSet/>
      <dgm:spPr/>
      <dgm:t>
        <a:bodyPr/>
        <a:lstStyle/>
        <a:p>
          <a:r>
            <a:rPr lang="en-US"/>
            <a:t>2. Fetch users’ liked movies from DB</a:t>
          </a:r>
        </a:p>
      </dgm:t>
    </dgm:pt>
    <dgm:pt modelId="{9100E9A3-2896-4452-A22C-5643F1F6AB2C}" type="parTrans" cxnId="{28C346DC-1B22-4F5B-AF85-D9C2B0B19D66}">
      <dgm:prSet/>
      <dgm:spPr/>
      <dgm:t>
        <a:bodyPr/>
        <a:lstStyle/>
        <a:p>
          <a:endParaRPr lang="en-US"/>
        </a:p>
      </dgm:t>
    </dgm:pt>
    <dgm:pt modelId="{AEBABC21-6386-4E89-A4A2-C3CDE8090661}" type="sibTrans" cxnId="{28C346DC-1B22-4F5B-AF85-D9C2B0B19D66}">
      <dgm:prSet/>
      <dgm:spPr/>
      <dgm:t>
        <a:bodyPr/>
        <a:lstStyle/>
        <a:p>
          <a:endParaRPr lang="en-US"/>
        </a:p>
      </dgm:t>
    </dgm:pt>
    <dgm:pt modelId="{79DCC88E-0E2A-4BBB-B160-F43C1AFC2B24}">
      <dgm:prSet/>
      <dgm:spPr/>
      <dgm:t>
        <a:bodyPr/>
        <a:lstStyle/>
        <a:p>
          <a:r>
            <a:rPr lang="en-US"/>
            <a:t>3. Converts likes into ratings dataframe</a:t>
          </a:r>
        </a:p>
      </dgm:t>
    </dgm:pt>
    <dgm:pt modelId="{3AD15674-E1D6-4622-8849-AE35D473833A}" type="parTrans" cxnId="{10848FEF-19EB-4654-8562-353B28090D0C}">
      <dgm:prSet/>
      <dgm:spPr/>
      <dgm:t>
        <a:bodyPr/>
        <a:lstStyle/>
        <a:p>
          <a:endParaRPr lang="en-US"/>
        </a:p>
      </dgm:t>
    </dgm:pt>
    <dgm:pt modelId="{FBE096FF-8157-41F7-AB30-B34A309EA1EE}" type="sibTrans" cxnId="{10848FEF-19EB-4654-8562-353B28090D0C}">
      <dgm:prSet/>
      <dgm:spPr/>
      <dgm:t>
        <a:bodyPr/>
        <a:lstStyle/>
        <a:p>
          <a:endParaRPr lang="en-US"/>
        </a:p>
      </dgm:t>
    </dgm:pt>
    <dgm:pt modelId="{71A2C6B6-E57F-461D-861E-83A0AF16ADB4}">
      <dgm:prSet/>
      <dgm:spPr/>
      <dgm:t>
        <a:bodyPr/>
        <a:lstStyle/>
        <a:p>
          <a:r>
            <a:rPr lang="en-US"/>
            <a:t>4. Builds a Surprise Dataset</a:t>
          </a:r>
        </a:p>
      </dgm:t>
    </dgm:pt>
    <dgm:pt modelId="{52C5A687-80E9-4750-90E3-0AF3939CA16E}" type="parTrans" cxnId="{80911D9E-29AB-4604-923C-419D41AFF1C8}">
      <dgm:prSet/>
      <dgm:spPr/>
      <dgm:t>
        <a:bodyPr/>
        <a:lstStyle/>
        <a:p>
          <a:endParaRPr lang="en-US"/>
        </a:p>
      </dgm:t>
    </dgm:pt>
    <dgm:pt modelId="{0E508872-6C6C-4D94-8980-787A54612E94}" type="sibTrans" cxnId="{80911D9E-29AB-4604-923C-419D41AFF1C8}">
      <dgm:prSet/>
      <dgm:spPr/>
      <dgm:t>
        <a:bodyPr/>
        <a:lstStyle/>
        <a:p>
          <a:endParaRPr lang="en-US"/>
        </a:p>
      </dgm:t>
    </dgm:pt>
    <dgm:pt modelId="{546142C2-352F-40D0-A8F5-716CACBE9D9A}">
      <dgm:prSet/>
      <dgm:spPr/>
      <dgm:t>
        <a:bodyPr/>
        <a:lstStyle/>
        <a:p>
          <a:r>
            <a:rPr lang="en-US"/>
            <a:t>5. Train on SVD model (Learns latent vector per user and per movie)</a:t>
          </a:r>
        </a:p>
      </dgm:t>
    </dgm:pt>
    <dgm:pt modelId="{64EDE2B9-2F81-4E32-9E5C-9FE7950D7EF8}" type="parTrans" cxnId="{C08A552E-F1F6-440E-87A8-543F070B203D}">
      <dgm:prSet/>
      <dgm:spPr/>
      <dgm:t>
        <a:bodyPr/>
        <a:lstStyle/>
        <a:p>
          <a:endParaRPr lang="en-US"/>
        </a:p>
      </dgm:t>
    </dgm:pt>
    <dgm:pt modelId="{B887885C-BBB3-404A-82FC-7FC5F4BA4776}" type="sibTrans" cxnId="{C08A552E-F1F6-440E-87A8-543F070B203D}">
      <dgm:prSet/>
      <dgm:spPr/>
      <dgm:t>
        <a:bodyPr/>
        <a:lstStyle/>
        <a:p>
          <a:endParaRPr lang="en-US"/>
        </a:p>
      </dgm:t>
    </dgm:pt>
    <dgm:pt modelId="{119027F8-33B3-4263-9886-E2C535922987}">
      <dgm:prSet/>
      <dgm:spPr/>
      <dgm:t>
        <a:bodyPr/>
        <a:lstStyle/>
        <a:p>
          <a:r>
            <a:rPr lang="en-US"/>
            <a:t>6. Fetch Thousands of movies from TMDB</a:t>
          </a:r>
        </a:p>
      </dgm:t>
    </dgm:pt>
    <dgm:pt modelId="{44F7AA07-9213-4266-A9F8-263B7C8A1C92}" type="parTrans" cxnId="{FD860FCA-E600-494B-BAF4-582EE1770F9E}">
      <dgm:prSet/>
      <dgm:spPr/>
      <dgm:t>
        <a:bodyPr/>
        <a:lstStyle/>
        <a:p>
          <a:endParaRPr lang="en-US"/>
        </a:p>
      </dgm:t>
    </dgm:pt>
    <dgm:pt modelId="{E7EA5FB3-93D7-4FD1-AB1B-C589A572A7E8}" type="sibTrans" cxnId="{FD860FCA-E600-494B-BAF4-582EE1770F9E}">
      <dgm:prSet/>
      <dgm:spPr/>
      <dgm:t>
        <a:bodyPr/>
        <a:lstStyle/>
        <a:p>
          <a:endParaRPr lang="en-US"/>
        </a:p>
      </dgm:t>
    </dgm:pt>
    <dgm:pt modelId="{860EEE9F-48FA-4B79-80E7-4D318C6F5FC1}">
      <dgm:prSet/>
      <dgm:spPr/>
      <dgm:t>
        <a:bodyPr/>
        <a:lstStyle/>
        <a:p>
          <a:r>
            <a:rPr lang="en-US"/>
            <a:t>7. Build clean TMDB movie log</a:t>
          </a:r>
        </a:p>
      </dgm:t>
    </dgm:pt>
    <dgm:pt modelId="{B0EEED33-8C0E-4DA7-9514-E7BD7BE12EA7}" type="parTrans" cxnId="{4D788771-6984-455E-96D9-64C6A84A697F}">
      <dgm:prSet/>
      <dgm:spPr/>
      <dgm:t>
        <a:bodyPr/>
        <a:lstStyle/>
        <a:p>
          <a:endParaRPr lang="en-US"/>
        </a:p>
      </dgm:t>
    </dgm:pt>
    <dgm:pt modelId="{3C46767C-CD5F-4BE9-BC21-E03C13D97EE5}" type="sibTrans" cxnId="{4D788771-6984-455E-96D9-64C6A84A697F}">
      <dgm:prSet/>
      <dgm:spPr/>
      <dgm:t>
        <a:bodyPr/>
        <a:lstStyle/>
        <a:p>
          <a:endParaRPr lang="en-US"/>
        </a:p>
      </dgm:t>
    </dgm:pt>
    <dgm:pt modelId="{BEFA47A1-9878-4871-BD2C-21BF353CA539}">
      <dgm:prSet/>
      <dgm:spPr/>
      <dgm:t>
        <a:bodyPr/>
        <a:lstStyle/>
        <a:p>
          <a:r>
            <a:rPr lang="en-US"/>
            <a:t>8. Extract users’ favorite genres</a:t>
          </a:r>
        </a:p>
      </dgm:t>
    </dgm:pt>
    <dgm:pt modelId="{1887D4E2-168B-4D74-A835-330CA9304F56}" type="parTrans" cxnId="{A079E98A-1525-4524-866B-EA6DE3CEA1B4}">
      <dgm:prSet/>
      <dgm:spPr/>
      <dgm:t>
        <a:bodyPr/>
        <a:lstStyle/>
        <a:p>
          <a:endParaRPr lang="en-US"/>
        </a:p>
      </dgm:t>
    </dgm:pt>
    <dgm:pt modelId="{8FFCD03A-4F25-4458-AFB7-659290535718}" type="sibTrans" cxnId="{A079E98A-1525-4524-866B-EA6DE3CEA1B4}">
      <dgm:prSet/>
      <dgm:spPr/>
      <dgm:t>
        <a:bodyPr/>
        <a:lstStyle/>
        <a:p>
          <a:endParaRPr lang="en-US"/>
        </a:p>
      </dgm:t>
    </dgm:pt>
    <dgm:pt modelId="{2684ACDA-F483-4CD5-A62F-0EE4489AFB71}">
      <dgm:prSet/>
      <dgm:spPr/>
      <dgm:t>
        <a:bodyPr/>
        <a:lstStyle/>
        <a:p>
          <a:r>
            <a:rPr lang="en-US"/>
            <a:t>9. Score every movie for every user</a:t>
          </a:r>
        </a:p>
      </dgm:t>
    </dgm:pt>
    <dgm:pt modelId="{0FF654EE-9170-4D29-8394-BEFF069461B7}" type="parTrans" cxnId="{8F696530-A455-439E-B9AA-42A0A00F5C9B}">
      <dgm:prSet/>
      <dgm:spPr/>
      <dgm:t>
        <a:bodyPr/>
        <a:lstStyle/>
        <a:p>
          <a:endParaRPr lang="en-US"/>
        </a:p>
      </dgm:t>
    </dgm:pt>
    <dgm:pt modelId="{E1582C40-D4D5-42D2-AB53-A45413C44952}" type="sibTrans" cxnId="{8F696530-A455-439E-B9AA-42A0A00F5C9B}">
      <dgm:prSet/>
      <dgm:spPr/>
      <dgm:t>
        <a:bodyPr/>
        <a:lstStyle/>
        <a:p>
          <a:endParaRPr lang="en-US"/>
        </a:p>
      </dgm:t>
    </dgm:pt>
    <dgm:pt modelId="{E5D08BEE-6AF8-409C-ACF9-DE9CBC7003E5}">
      <dgm:prSet/>
      <dgm:spPr/>
      <dgm:t>
        <a:bodyPr/>
        <a:lstStyle/>
        <a:p>
          <a:r>
            <a:rPr lang="en-US"/>
            <a:t>10. Pick top 20 movies for each user</a:t>
          </a:r>
        </a:p>
      </dgm:t>
    </dgm:pt>
    <dgm:pt modelId="{02D7E31A-2F6B-4719-9303-993E0E227826}" type="parTrans" cxnId="{09172282-C5B1-4B49-B7B2-3A9A727CE39D}">
      <dgm:prSet/>
      <dgm:spPr/>
      <dgm:t>
        <a:bodyPr/>
        <a:lstStyle/>
        <a:p>
          <a:endParaRPr lang="en-US"/>
        </a:p>
      </dgm:t>
    </dgm:pt>
    <dgm:pt modelId="{5C8E77B0-D03E-4570-ACA2-2DBD2EA9C9D9}" type="sibTrans" cxnId="{09172282-C5B1-4B49-B7B2-3A9A727CE39D}">
      <dgm:prSet/>
      <dgm:spPr/>
      <dgm:t>
        <a:bodyPr/>
        <a:lstStyle/>
        <a:p>
          <a:endParaRPr lang="en-US"/>
        </a:p>
      </dgm:t>
    </dgm:pt>
    <dgm:pt modelId="{34653FBB-0109-4B8F-AE7D-93970DEA8737}">
      <dgm:prSet/>
      <dgm:spPr/>
      <dgm:t>
        <a:bodyPr/>
        <a:lstStyle/>
        <a:p>
          <a:r>
            <a:rPr lang="en-US"/>
            <a:t>11. Deduplicates </a:t>
          </a:r>
        </a:p>
      </dgm:t>
    </dgm:pt>
    <dgm:pt modelId="{BFE0D709-71F4-465E-A4B4-383B5FFBAB02}" type="parTrans" cxnId="{0F19FD31-75C3-4D42-8A0E-80C79B74CFDB}">
      <dgm:prSet/>
      <dgm:spPr/>
      <dgm:t>
        <a:bodyPr/>
        <a:lstStyle/>
        <a:p>
          <a:endParaRPr lang="en-US"/>
        </a:p>
      </dgm:t>
    </dgm:pt>
    <dgm:pt modelId="{A97A7B2C-ACC9-4AFC-92AD-43B1BEF7EF5B}" type="sibTrans" cxnId="{0F19FD31-75C3-4D42-8A0E-80C79B74CFDB}">
      <dgm:prSet/>
      <dgm:spPr/>
      <dgm:t>
        <a:bodyPr/>
        <a:lstStyle/>
        <a:p>
          <a:endParaRPr lang="en-US"/>
        </a:p>
      </dgm:t>
    </dgm:pt>
    <dgm:pt modelId="{C5BB2273-90B2-44E7-A61B-2AA515501F9E}">
      <dgm:prSet/>
      <dgm:spPr/>
      <dgm:t>
        <a:bodyPr/>
        <a:lstStyle/>
        <a:p>
          <a:r>
            <a:rPr lang="en-US"/>
            <a:t>12. Deletes Old Recommendations </a:t>
          </a:r>
        </a:p>
      </dgm:t>
    </dgm:pt>
    <dgm:pt modelId="{575BFA81-A68C-4A44-BEA7-6046C4251136}" type="parTrans" cxnId="{011819D4-0834-4D72-8874-D86E23CDF9F1}">
      <dgm:prSet/>
      <dgm:spPr/>
      <dgm:t>
        <a:bodyPr/>
        <a:lstStyle/>
        <a:p>
          <a:endParaRPr lang="en-US"/>
        </a:p>
      </dgm:t>
    </dgm:pt>
    <dgm:pt modelId="{4607BBDB-9C00-435A-9360-2E191556060C}" type="sibTrans" cxnId="{011819D4-0834-4D72-8874-D86E23CDF9F1}">
      <dgm:prSet/>
      <dgm:spPr/>
      <dgm:t>
        <a:bodyPr/>
        <a:lstStyle/>
        <a:p>
          <a:endParaRPr lang="en-US"/>
        </a:p>
      </dgm:t>
    </dgm:pt>
    <dgm:pt modelId="{12581B9C-8BF4-45DD-B669-EF0A32AAB690}">
      <dgm:prSet/>
      <dgm:spPr/>
      <dgm:t>
        <a:bodyPr/>
        <a:lstStyle/>
        <a:p>
          <a:r>
            <a:rPr lang="en-US"/>
            <a:t>13. Upload New Recommendations	</a:t>
          </a:r>
        </a:p>
      </dgm:t>
    </dgm:pt>
    <dgm:pt modelId="{93FAE9F9-5D95-4876-936F-52E3F43D721F}" type="parTrans" cxnId="{949C65AF-248F-4A31-BA3B-95C84D226726}">
      <dgm:prSet/>
      <dgm:spPr/>
      <dgm:t>
        <a:bodyPr/>
        <a:lstStyle/>
        <a:p>
          <a:endParaRPr lang="en-US"/>
        </a:p>
      </dgm:t>
    </dgm:pt>
    <dgm:pt modelId="{B2C193C7-1B74-4903-8809-7CACC6635713}" type="sibTrans" cxnId="{949C65AF-248F-4A31-BA3B-95C84D226726}">
      <dgm:prSet/>
      <dgm:spPr/>
      <dgm:t>
        <a:bodyPr/>
        <a:lstStyle/>
        <a:p>
          <a:endParaRPr lang="en-US"/>
        </a:p>
      </dgm:t>
    </dgm:pt>
    <dgm:pt modelId="{FCA7000F-FC00-4B1D-A486-C81A03167018}" type="pres">
      <dgm:prSet presAssocID="{F8E22C6A-C9C8-47A2-B427-45C7C3096D5F}" presName="Name0" presStyleCnt="0">
        <dgm:presLayoutVars>
          <dgm:dir/>
          <dgm:resizeHandles val="exact"/>
        </dgm:presLayoutVars>
      </dgm:prSet>
      <dgm:spPr/>
    </dgm:pt>
    <dgm:pt modelId="{D7DF8E58-B28E-48AE-8EDE-43809AD534A5}" type="pres">
      <dgm:prSet presAssocID="{7A2CEF69-6518-4E0D-9C51-C55ED50E65D5}" presName="node" presStyleLbl="node1" presStyleIdx="0" presStyleCnt="13">
        <dgm:presLayoutVars>
          <dgm:bulletEnabled val="1"/>
        </dgm:presLayoutVars>
      </dgm:prSet>
      <dgm:spPr/>
    </dgm:pt>
    <dgm:pt modelId="{86715622-F548-426D-82F9-ED5B66B9AFB5}" type="pres">
      <dgm:prSet presAssocID="{DE8467D8-281F-4757-8425-16660D1CF697}" presName="sibTrans" presStyleLbl="sibTrans1D1" presStyleIdx="0" presStyleCnt="12"/>
      <dgm:spPr/>
    </dgm:pt>
    <dgm:pt modelId="{7C7ED0D8-2630-44F1-9553-2DA72971335C}" type="pres">
      <dgm:prSet presAssocID="{DE8467D8-281F-4757-8425-16660D1CF697}" presName="connectorText" presStyleLbl="sibTrans1D1" presStyleIdx="0" presStyleCnt="12"/>
      <dgm:spPr/>
    </dgm:pt>
    <dgm:pt modelId="{C066B87A-F97D-411F-A9C7-F085E6977524}" type="pres">
      <dgm:prSet presAssocID="{3D06AC74-184E-46E5-83FA-A9C288C31B9D}" presName="node" presStyleLbl="node1" presStyleIdx="1" presStyleCnt="13">
        <dgm:presLayoutVars>
          <dgm:bulletEnabled val="1"/>
        </dgm:presLayoutVars>
      </dgm:prSet>
      <dgm:spPr/>
    </dgm:pt>
    <dgm:pt modelId="{D39FBA9B-907B-4245-95E9-AE3A7A52EACE}" type="pres">
      <dgm:prSet presAssocID="{AEBABC21-6386-4E89-A4A2-C3CDE8090661}" presName="sibTrans" presStyleLbl="sibTrans1D1" presStyleIdx="1" presStyleCnt="12"/>
      <dgm:spPr/>
    </dgm:pt>
    <dgm:pt modelId="{91F00401-AAF8-4223-92CB-EA438C883E1C}" type="pres">
      <dgm:prSet presAssocID="{AEBABC21-6386-4E89-A4A2-C3CDE8090661}" presName="connectorText" presStyleLbl="sibTrans1D1" presStyleIdx="1" presStyleCnt="12"/>
      <dgm:spPr/>
    </dgm:pt>
    <dgm:pt modelId="{77C113B5-8CE5-4006-AE42-0B67E815ADBE}" type="pres">
      <dgm:prSet presAssocID="{79DCC88E-0E2A-4BBB-B160-F43C1AFC2B24}" presName="node" presStyleLbl="node1" presStyleIdx="2" presStyleCnt="13">
        <dgm:presLayoutVars>
          <dgm:bulletEnabled val="1"/>
        </dgm:presLayoutVars>
      </dgm:prSet>
      <dgm:spPr/>
    </dgm:pt>
    <dgm:pt modelId="{E5149BE9-6A44-4156-BB09-140740610FF4}" type="pres">
      <dgm:prSet presAssocID="{FBE096FF-8157-41F7-AB30-B34A309EA1EE}" presName="sibTrans" presStyleLbl="sibTrans1D1" presStyleIdx="2" presStyleCnt="12"/>
      <dgm:spPr/>
    </dgm:pt>
    <dgm:pt modelId="{8653FD17-31F3-442A-AE5D-1E626BF4A810}" type="pres">
      <dgm:prSet presAssocID="{FBE096FF-8157-41F7-AB30-B34A309EA1EE}" presName="connectorText" presStyleLbl="sibTrans1D1" presStyleIdx="2" presStyleCnt="12"/>
      <dgm:spPr/>
    </dgm:pt>
    <dgm:pt modelId="{6C3256C9-5F83-4A56-AAEA-C2F5C275F1DE}" type="pres">
      <dgm:prSet presAssocID="{71A2C6B6-E57F-461D-861E-83A0AF16ADB4}" presName="node" presStyleLbl="node1" presStyleIdx="3" presStyleCnt="13">
        <dgm:presLayoutVars>
          <dgm:bulletEnabled val="1"/>
        </dgm:presLayoutVars>
      </dgm:prSet>
      <dgm:spPr/>
    </dgm:pt>
    <dgm:pt modelId="{F451BCE3-8004-47EB-BC4D-5B8188B4EF9F}" type="pres">
      <dgm:prSet presAssocID="{0E508872-6C6C-4D94-8980-787A54612E94}" presName="sibTrans" presStyleLbl="sibTrans1D1" presStyleIdx="3" presStyleCnt="12"/>
      <dgm:spPr/>
    </dgm:pt>
    <dgm:pt modelId="{88BDF53E-1775-4B86-B54F-13E160B1FECF}" type="pres">
      <dgm:prSet presAssocID="{0E508872-6C6C-4D94-8980-787A54612E94}" presName="connectorText" presStyleLbl="sibTrans1D1" presStyleIdx="3" presStyleCnt="12"/>
      <dgm:spPr/>
    </dgm:pt>
    <dgm:pt modelId="{68F60B56-F10F-4AEA-9B7D-9180A1FEF1B0}" type="pres">
      <dgm:prSet presAssocID="{546142C2-352F-40D0-A8F5-716CACBE9D9A}" presName="node" presStyleLbl="node1" presStyleIdx="4" presStyleCnt="13">
        <dgm:presLayoutVars>
          <dgm:bulletEnabled val="1"/>
        </dgm:presLayoutVars>
      </dgm:prSet>
      <dgm:spPr/>
    </dgm:pt>
    <dgm:pt modelId="{73CF96D0-2756-4533-BE27-69E27177E792}" type="pres">
      <dgm:prSet presAssocID="{B887885C-BBB3-404A-82FC-7FC5F4BA4776}" presName="sibTrans" presStyleLbl="sibTrans1D1" presStyleIdx="4" presStyleCnt="12"/>
      <dgm:spPr/>
    </dgm:pt>
    <dgm:pt modelId="{2E2C8801-1DB1-42C0-AE7B-63061824684C}" type="pres">
      <dgm:prSet presAssocID="{B887885C-BBB3-404A-82FC-7FC5F4BA4776}" presName="connectorText" presStyleLbl="sibTrans1D1" presStyleIdx="4" presStyleCnt="12"/>
      <dgm:spPr/>
    </dgm:pt>
    <dgm:pt modelId="{674E8386-7531-4DEF-AF74-A2E8D9F6459B}" type="pres">
      <dgm:prSet presAssocID="{119027F8-33B3-4263-9886-E2C535922987}" presName="node" presStyleLbl="node1" presStyleIdx="5" presStyleCnt="13">
        <dgm:presLayoutVars>
          <dgm:bulletEnabled val="1"/>
        </dgm:presLayoutVars>
      </dgm:prSet>
      <dgm:spPr/>
    </dgm:pt>
    <dgm:pt modelId="{9661F8C2-1D4B-4298-9CF6-54B7D9343BED}" type="pres">
      <dgm:prSet presAssocID="{E7EA5FB3-93D7-4FD1-AB1B-C589A572A7E8}" presName="sibTrans" presStyleLbl="sibTrans1D1" presStyleIdx="5" presStyleCnt="12"/>
      <dgm:spPr/>
    </dgm:pt>
    <dgm:pt modelId="{C0A090CA-D617-4464-8DAE-A0A54A33BA00}" type="pres">
      <dgm:prSet presAssocID="{E7EA5FB3-93D7-4FD1-AB1B-C589A572A7E8}" presName="connectorText" presStyleLbl="sibTrans1D1" presStyleIdx="5" presStyleCnt="12"/>
      <dgm:spPr/>
    </dgm:pt>
    <dgm:pt modelId="{4DED9C11-7511-4901-8883-558DF4E23713}" type="pres">
      <dgm:prSet presAssocID="{860EEE9F-48FA-4B79-80E7-4D318C6F5FC1}" presName="node" presStyleLbl="node1" presStyleIdx="6" presStyleCnt="13">
        <dgm:presLayoutVars>
          <dgm:bulletEnabled val="1"/>
        </dgm:presLayoutVars>
      </dgm:prSet>
      <dgm:spPr/>
    </dgm:pt>
    <dgm:pt modelId="{0DAB35E9-6FCC-4BB1-AF03-C086B1E5ED01}" type="pres">
      <dgm:prSet presAssocID="{3C46767C-CD5F-4BE9-BC21-E03C13D97EE5}" presName="sibTrans" presStyleLbl="sibTrans1D1" presStyleIdx="6" presStyleCnt="12"/>
      <dgm:spPr/>
    </dgm:pt>
    <dgm:pt modelId="{948A8282-837F-4716-BA9F-3EDF1B5E6C37}" type="pres">
      <dgm:prSet presAssocID="{3C46767C-CD5F-4BE9-BC21-E03C13D97EE5}" presName="connectorText" presStyleLbl="sibTrans1D1" presStyleIdx="6" presStyleCnt="12"/>
      <dgm:spPr/>
    </dgm:pt>
    <dgm:pt modelId="{1F1165B4-40C9-4E94-B327-FE91EB0D42DF}" type="pres">
      <dgm:prSet presAssocID="{BEFA47A1-9878-4871-BD2C-21BF353CA539}" presName="node" presStyleLbl="node1" presStyleIdx="7" presStyleCnt="13">
        <dgm:presLayoutVars>
          <dgm:bulletEnabled val="1"/>
        </dgm:presLayoutVars>
      </dgm:prSet>
      <dgm:spPr/>
    </dgm:pt>
    <dgm:pt modelId="{65AE6DB5-3586-4222-A83D-88B4DEE9666D}" type="pres">
      <dgm:prSet presAssocID="{8FFCD03A-4F25-4458-AFB7-659290535718}" presName="sibTrans" presStyleLbl="sibTrans1D1" presStyleIdx="7" presStyleCnt="12"/>
      <dgm:spPr/>
    </dgm:pt>
    <dgm:pt modelId="{3729EA6F-3E70-4543-A9A3-57E04B1B7717}" type="pres">
      <dgm:prSet presAssocID="{8FFCD03A-4F25-4458-AFB7-659290535718}" presName="connectorText" presStyleLbl="sibTrans1D1" presStyleIdx="7" presStyleCnt="12"/>
      <dgm:spPr/>
    </dgm:pt>
    <dgm:pt modelId="{6C63BE91-BF0B-42D5-8A91-FF9ED2135163}" type="pres">
      <dgm:prSet presAssocID="{2684ACDA-F483-4CD5-A62F-0EE4489AFB71}" presName="node" presStyleLbl="node1" presStyleIdx="8" presStyleCnt="13">
        <dgm:presLayoutVars>
          <dgm:bulletEnabled val="1"/>
        </dgm:presLayoutVars>
      </dgm:prSet>
      <dgm:spPr/>
    </dgm:pt>
    <dgm:pt modelId="{4F6EFD62-B3BC-4DDF-94E3-33F4BCE00D80}" type="pres">
      <dgm:prSet presAssocID="{E1582C40-D4D5-42D2-AB53-A45413C44952}" presName="sibTrans" presStyleLbl="sibTrans1D1" presStyleIdx="8" presStyleCnt="12"/>
      <dgm:spPr/>
    </dgm:pt>
    <dgm:pt modelId="{16CB125E-0632-4441-8931-B7DC5E4589CB}" type="pres">
      <dgm:prSet presAssocID="{E1582C40-D4D5-42D2-AB53-A45413C44952}" presName="connectorText" presStyleLbl="sibTrans1D1" presStyleIdx="8" presStyleCnt="12"/>
      <dgm:spPr/>
    </dgm:pt>
    <dgm:pt modelId="{F01BB4D2-0BF5-451C-AC31-53D4E725F808}" type="pres">
      <dgm:prSet presAssocID="{E5D08BEE-6AF8-409C-ACF9-DE9CBC7003E5}" presName="node" presStyleLbl="node1" presStyleIdx="9" presStyleCnt="13">
        <dgm:presLayoutVars>
          <dgm:bulletEnabled val="1"/>
        </dgm:presLayoutVars>
      </dgm:prSet>
      <dgm:spPr/>
    </dgm:pt>
    <dgm:pt modelId="{BBE02DAB-D1F9-4641-936D-63436E1E507C}" type="pres">
      <dgm:prSet presAssocID="{5C8E77B0-D03E-4570-ACA2-2DBD2EA9C9D9}" presName="sibTrans" presStyleLbl="sibTrans1D1" presStyleIdx="9" presStyleCnt="12"/>
      <dgm:spPr/>
    </dgm:pt>
    <dgm:pt modelId="{986F28D3-838E-4777-B244-6D2211A7EBB4}" type="pres">
      <dgm:prSet presAssocID="{5C8E77B0-D03E-4570-ACA2-2DBD2EA9C9D9}" presName="connectorText" presStyleLbl="sibTrans1D1" presStyleIdx="9" presStyleCnt="12"/>
      <dgm:spPr/>
    </dgm:pt>
    <dgm:pt modelId="{987C36A5-0F75-4CBA-BA10-64B4515FA4FA}" type="pres">
      <dgm:prSet presAssocID="{34653FBB-0109-4B8F-AE7D-93970DEA8737}" presName="node" presStyleLbl="node1" presStyleIdx="10" presStyleCnt="13">
        <dgm:presLayoutVars>
          <dgm:bulletEnabled val="1"/>
        </dgm:presLayoutVars>
      </dgm:prSet>
      <dgm:spPr/>
    </dgm:pt>
    <dgm:pt modelId="{E5ACCE7F-A451-45A5-96F5-993C572E4346}" type="pres">
      <dgm:prSet presAssocID="{A97A7B2C-ACC9-4AFC-92AD-43B1BEF7EF5B}" presName="sibTrans" presStyleLbl="sibTrans1D1" presStyleIdx="10" presStyleCnt="12"/>
      <dgm:spPr/>
    </dgm:pt>
    <dgm:pt modelId="{42769486-9116-431A-8E80-17222BCEBDC6}" type="pres">
      <dgm:prSet presAssocID="{A97A7B2C-ACC9-4AFC-92AD-43B1BEF7EF5B}" presName="connectorText" presStyleLbl="sibTrans1D1" presStyleIdx="10" presStyleCnt="12"/>
      <dgm:spPr/>
    </dgm:pt>
    <dgm:pt modelId="{030110C8-A2E1-41CD-B514-CFDB79A72A12}" type="pres">
      <dgm:prSet presAssocID="{C5BB2273-90B2-44E7-A61B-2AA515501F9E}" presName="node" presStyleLbl="node1" presStyleIdx="11" presStyleCnt="13">
        <dgm:presLayoutVars>
          <dgm:bulletEnabled val="1"/>
        </dgm:presLayoutVars>
      </dgm:prSet>
      <dgm:spPr/>
    </dgm:pt>
    <dgm:pt modelId="{BB6A85CF-4F16-4B32-B85D-5567512F96B4}" type="pres">
      <dgm:prSet presAssocID="{4607BBDB-9C00-435A-9360-2E191556060C}" presName="sibTrans" presStyleLbl="sibTrans1D1" presStyleIdx="11" presStyleCnt="12"/>
      <dgm:spPr/>
    </dgm:pt>
    <dgm:pt modelId="{8BC62A3E-71AE-49DA-8F18-9ED81A7740EC}" type="pres">
      <dgm:prSet presAssocID="{4607BBDB-9C00-435A-9360-2E191556060C}" presName="connectorText" presStyleLbl="sibTrans1D1" presStyleIdx="11" presStyleCnt="12"/>
      <dgm:spPr/>
    </dgm:pt>
    <dgm:pt modelId="{3B493890-0A18-45B9-AECC-23E507584C8E}" type="pres">
      <dgm:prSet presAssocID="{12581B9C-8BF4-45DD-B669-EF0A32AAB690}" presName="node" presStyleLbl="node1" presStyleIdx="12" presStyleCnt="13">
        <dgm:presLayoutVars>
          <dgm:bulletEnabled val="1"/>
        </dgm:presLayoutVars>
      </dgm:prSet>
      <dgm:spPr/>
    </dgm:pt>
  </dgm:ptLst>
  <dgm:cxnLst>
    <dgm:cxn modelId="{2A1D770D-21F5-49AD-8BE9-A00C91C34CF7}" type="presOf" srcId="{5C8E77B0-D03E-4570-ACA2-2DBD2EA9C9D9}" destId="{986F28D3-838E-4777-B244-6D2211A7EBB4}" srcOrd="1" destOrd="0" presId="urn:microsoft.com/office/officeart/2016/7/layout/RepeatingBendingProcessNew"/>
    <dgm:cxn modelId="{F13E0C0E-401A-4C70-9E04-208DCC60D9F2}" type="presOf" srcId="{34653FBB-0109-4B8F-AE7D-93970DEA8737}" destId="{987C36A5-0F75-4CBA-BA10-64B4515FA4FA}" srcOrd="0" destOrd="0" presId="urn:microsoft.com/office/officeart/2016/7/layout/RepeatingBendingProcessNew"/>
    <dgm:cxn modelId="{8196BE0F-13C1-42D1-BC06-AD2D470C223E}" type="presOf" srcId="{0E508872-6C6C-4D94-8980-787A54612E94}" destId="{88BDF53E-1775-4B86-B54F-13E160B1FECF}" srcOrd="1" destOrd="0" presId="urn:microsoft.com/office/officeart/2016/7/layout/RepeatingBendingProcessNew"/>
    <dgm:cxn modelId="{85056411-F449-492C-8DC7-2671C01B7DDD}" type="presOf" srcId="{546142C2-352F-40D0-A8F5-716CACBE9D9A}" destId="{68F60B56-F10F-4AEA-9B7D-9180A1FEF1B0}" srcOrd="0" destOrd="0" presId="urn:microsoft.com/office/officeart/2016/7/layout/RepeatingBendingProcessNew"/>
    <dgm:cxn modelId="{9415D913-D438-4FD4-A340-368E71AF5743}" type="presOf" srcId="{B887885C-BBB3-404A-82FC-7FC5F4BA4776}" destId="{73CF96D0-2756-4533-BE27-69E27177E792}" srcOrd="0" destOrd="0" presId="urn:microsoft.com/office/officeart/2016/7/layout/RepeatingBendingProcessNew"/>
    <dgm:cxn modelId="{AA552719-BE00-4D1B-B6BC-0326846336CC}" type="presOf" srcId="{2684ACDA-F483-4CD5-A62F-0EE4489AFB71}" destId="{6C63BE91-BF0B-42D5-8A91-FF9ED2135163}" srcOrd="0" destOrd="0" presId="urn:microsoft.com/office/officeart/2016/7/layout/RepeatingBendingProcessNew"/>
    <dgm:cxn modelId="{B44BCB19-C147-4600-8934-71974FDE9B25}" type="presOf" srcId="{5C8E77B0-D03E-4570-ACA2-2DBD2EA9C9D9}" destId="{BBE02DAB-D1F9-4641-936D-63436E1E507C}" srcOrd="0" destOrd="0" presId="urn:microsoft.com/office/officeart/2016/7/layout/RepeatingBendingProcessNew"/>
    <dgm:cxn modelId="{AF71D71B-591E-4A68-BC76-BC16D7656B40}" type="presOf" srcId="{FBE096FF-8157-41F7-AB30-B34A309EA1EE}" destId="{E5149BE9-6A44-4156-BB09-140740610FF4}" srcOrd="0" destOrd="0" presId="urn:microsoft.com/office/officeart/2016/7/layout/RepeatingBendingProcessNew"/>
    <dgm:cxn modelId="{6F10681E-7DD2-4456-B9D0-3992207D1F78}" type="presOf" srcId="{A97A7B2C-ACC9-4AFC-92AD-43B1BEF7EF5B}" destId="{E5ACCE7F-A451-45A5-96F5-993C572E4346}" srcOrd="0" destOrd="0" presId="urn:microsoft.com/office/officeart/2016/7/layout/RepeatingBendingProcessNew"/>
    <dgm:cxn modelId="{BEC52A27-49BC-4590-847E-81F3FE5F69FD}" type="presOf" srcId="{B887885C-BBB3-404A-82FC-7FC5F4BA4776}" destId="{2E2C8801-1DB1-42C0-AE7B-63061824684C}" srcOrd="1" destOrd="0" presId="urn:microsoft.com/office/officeart/2016/7/layout/RepeatingBendingProcessNew"/>
    <dgm:cxn modelId="{CB51802D-DB22-4A0F-B5A6-E12CF8C6B5BB}" type="presOf" srcId="{AEBABC21-6386-4E89-A4A2-C3CDE8090661}" destId="{91F00401-AAF8-4223-92CB-EA438C883E1C}" srcOrd="1" destOrd="0" presId="urn:microsoft.com/office/officeart/2016/7/layout/RepeatingBendingProcessNew"/>
    <dgm:cxn modelId="{C08A552E-F1F6-440E-87A8-543F070B203D}" srcId="{F8E22C6A-C9C8-47A2-B427-45C7C3096D5F}" destId="{546142C2-352F-40D0-A8F5-716CACBE9D9A}" srcOrd="4" destOrd="0" parTransId="{64EDE2B9-2F81-4E32-9E5C-9FE7950D7EF8}" sibTransId="{B887885C-BBB3-404A-82FC-7FC5F4BA4776}"/>
    <dgm:cxn modelId="{8F696530-A455-439E-B9AA-42A0A00F5C9B}" srcId="{F8E22C6A-C9C8-47A2-B427-45C7C3096D5F}" destId="{2684ACDA-F483-4CD5-A62F-0EE4489AFB71}" srcOrd="8" destOrd="0" parTransId="{0FF654EE-9170-4D29-8394-BEFF069461B7}" sibTransId="{E1582C40-D4D5-42D2-AB53-A45413C44952}"/>
    <dgm:cxn modelId="{0F19FD31-75C3-4D42-8A0E-80C79B74CFDB}" srcId="{F8E22C6A-C9C8-47A2-B427-45C7C3096D5F}" destId="{34653FBB-0109-4B8F-AE7D-93970DEA8737}" srcOrd="10" destOrd="0" parTransId="{BFE0D709-71F4-465E-A4B4-383B5FFBAB02}" sibTransId="{A97A7B2C-ACC9-4AFC-92AD-43B1BEF7EF5B}"/>
    <dgm:cxn modelId="{6EB4873B-16BD-4125-8082-04C6557C0332}" type="presOf" srcId="{0E508872-6C6C-4D94-8980-787A54612E94}" destId="{F451BCE3-8004-47EB-BC4D-5B8188B4EF9F}" srcOrd="0" destOrd="0" presId="urn:microsoft.com/office/officeart/2016/7/layout/RepeatingBendingProcessNew"/>
    <dgm:cxn modelId="{675D4961-5610-4027-8AC4-3087FCC5A4E4}" type="presOf" srcId="{DE8467D8-281F-4757-8425-16660D1CF697}" destId="{86715622-F548-426D-82F9-ED5B66B9AFB5}" srcOrd="0" destOrd="0" presId="urn:microsoft.com/office/officeart/2016/7/layout/RepeatingBendingProcessNew"/>
    <dgm:cxn modelId="{96C74468-6722-45A4-9C41-FF7D2E1F7638}" type="presOf" srcId="{E7EA5FB3-93D7-4FD1-AB1B-C589A572A7E8}" destId="{9661F8C2-1D4B-4298-9CF6-54B7D9343BED}" srcOrd="0" destOrd="0" presId="urn:microsoft.com/office/officeart/2016/7/layout/RepeatingBendingProcessNew"/>
    <dgm:cxn modelId="{E27FDA69-5A5E-4934-AE31-B65A7343ECB9}" srcId="{F8E22C6A-C9C8-47A2-B427-45C7C3096D5F}" destId="{7A2CEF69-6518-4E0D-9C51-C55ED50E65D5}" srcOrd="0" destOrd="0" parTransId="{AFD6BA1D-A22E-4E1C-9236-D403BC90564A}" sibTransId="{DE8467D8-281F-4757-8425-16660D1CF697}"/>
    <dgm:cxn modelId="{1DDA4A6D-A073-40C6-A429-108CC4CA9273}" type="presOf" srcId="{E1582C40-D4D5-42D2-AB53-A45413C44952}" destId="{16CB125E-0632-4441-8931-B7DC5E4589CB}" srcOrd="1" destOrd="0" presId="urn:microsoft.com/office/officeart/2016/7/layout/RepeatingBendingProcessNew"/>
    <dgm:cxn modelId="{4D788771-6984-455E-96D9-64C6A84A697F}" srcId="{F8E22C6A-C9C8-47A2-B427-45C7C3096D5F}" destId="{860EEE9F-48FA-4B79-80E7-4D318C6F5FC1}" srcOrd="6" destOrd="0" parTransId="{B0EEED33-8C0E-4DA7-9514-E7BD7BE12EA7}" sibTransId="{3C46767C-CD5F-4BE9-BC21-E03C13D97EE5}"/>
    <dgm:cxn modelId="{95481A7A-39D6-4F9F-A76D-EBEADFB261FA}" type="presOf" srcId="{8FFCD03A-4F25-4458-AFB7-659290535718}" destId="{3729EA6F-3E70-4543-A9A3-57E04B1B7717}" srcOrd="1" destOrd="0" presId="urn:microsoft.com/office/officeart/2016/7/layout/RepeatingBendingProcessNew"/>
    <dgm:cxn modelId="{94BA245A-533E-405A-8F7E-11C5D7A5ECD8}" type="presOf" srcId="{3C46767C-CD5F-4BE9-BC21-E03C13D97EE5}" destId="{0DAB35E9-6FCC-4BB1-AF03-C086B1E5ED01}" srcOrd="0" destOrd="0" presId="urn:microsoft.com/office/officeart/2016/7/layout/RepeatingBendingProcessNew"/>
    <dgm:cxn modelId="{F767ED7C-6F2A-4319-9636-0DDDC270FE52}" type="presOf" srcId="{E5D08BEE-6AF8-409C-ACF9-DE9CBC7003E5}" destId="{F01BB4D2-0BF5-451C-AC31-53D4E725F808}" srcOrd="0" destOrd="0" presId="urn:microsoft.com/office/officeart/2016/7/layout/RepeatingBendingProcessNew"/>
    <dgm:cxn modelId="{09172282-C5B1-4B49-B7B2-3A9A727CE39D}" srcId="{F8E22C6A-C9C8-47A2-B427-45C7C3096D5F}" destId="{E5D08BEE-6AF8-409C-ACF9-DE9CBC7003E5}" srcOrd="9" destOrd="0" parTransId="{02D7E31A-2F6B-4719-9303-993E0E227826}" sibTransId="{5C8E77B0-D03E-4570-ACA2-2DBD2EA9C9D9}"/>
    <dgm:cxn modelId="{B5241585-7BD5-44BB-8436-927D7FB1C972}" type="presOf" srcId="{3C46767C-CD5F-4BE9-BC21-E03C13D97EE5}" destId="{948A8282-837F-4716-BA9F-3EDF1B5E6C37}" srcOrd="1" destOrd="0" presId="urn:microsoft.com/office/officeart/2016/7/layout/RepeatingBendingProcessNew"/>
    <dgm:cxn modelId="{A079E98A-1525-4524-866B-EA6DE3CEA1B4}" srcId="{F8E22C6A-C9C8-47A2-B427-45C7C3096D5F}" destId="{BEFA47A1-9878-4871-BD2C-21BF353CA539}" srcOrd="7" destOrd="0" parTransId="{1887D4E2-168B-4D74-A835-330CA9304F56}" sibTransId="{8FFCD03A-4F25-4458-AFB7-659290535718}"/>
    <dgm:cxn modelId="{DD0DDA8F-A972-472C-ACEB-E55834BF1AE4}" type="presOf" srcId="{BEFA47A1-9878-4871-BD2C-21BF353CA539}" destId="{1F1165B4-40C9-4E94-B327-FE91EB0D42DF}" srcOrd="0" destOrd="0" presId="urn:microsoft.com/office/officeart/2016/7/layout/RepeatingBendingProcessNew"/>
    <dgm:cxn modelId="{C5729C97-07DC-470B-B413-E4CDAD8D4B1D}" type="presOf" srcId="{860EEE9F-48FA-4B79-80E7-4D318C6F5FC1}" destId="{4DED9C11-7511-4901-8883-558DF4E23713}" srcOrd="0" destOrd="0" presId="urn:microsoft.com/office/officeart/2016/7/layout/RepeatingBendingProcessNew"/>
    <dgm:cxn modelId="{E8F0F399-914C-450E-9EE3-46088FA2A58B}" type="presOf" srcId="{12581B9C-8BF4-45DD-B669-EF0A32AAB690}" destId="{3B493890-0A18-45B9-AECC-23E507584C8E}" srcOrd="0" destOrd="0" presId="urn:microsoft.com/office/officeart/2016/7/layout/RepeatingBendingProcessNew"/>
    <dgm:cxn modelId="{4BAB769C-9201-4CE5-828E-7DF4C592F4C5}" type="presOf" srcId="{7A2CEF69-6518-4E0D-9C51-C55ED50E65D5}" destId="{D7DF8E58-B28E-48AE-8EDE-43809AD534A5}" srcOrd="0" destOrd="0" presId="urn:microsoft.com/office/officeart/2016/7/layout/RepeatingBendingProcessNew"/>
    <dgm:cxn modelId="{B9AD439D-BDCB-43D3-B858-8657EDAB47C6}" type="presOf" srcId="{C5BB2273-90B2-44E7-A61B-2AA515501F9E}" destId="{030110C8-A2E1-41CD-B514-CFDB79A72A12}" srcOrd="0" destOrd="0" presId="urn:microsoft.com/office/officeart/2016/7/layout/RepeatingBendingProcessNew"/>
    <dgm:cxn modelId="{80911D9E-29AB-4604-923C-419D41AFF1C8}" srcId="{F8E22C6A-C9C8-47A2-B427-45C7C3096D5F}" destId="{71A2C6B6-E57F-461D-861E-83A0AF16ADB4}" srcOrd="3" destOrd="0" parTransId="{52C5A687-80E9-4750-90E3-0AF3939CA16E}" sibTransId="{0E508872-6C6C-4D94-8980-787A54612E94}"/>
    <dgm:cxn modelId="{C57847A0-6CCF-4EAE-B0D9-75CD63CD000E}" type="presOf" srcId="{71A2C6B6-E57F-461D-861E-83A0AF16ADB4}" destId="{6C3256C9-5F83-4A56-AAEA-C2F5C275F1DE}" srcOrd="0" destOrd="0" presId="urn:microsoft.com/office/officeart/2016/7/layout/RepeatingBendingProcessNew"/>
    <dgm:cxn modelId="{D0EEC2A5-22C1-4D1B-9462-687A574D6BBF}" type="presOf" srcId="{E7EA5FB3-93D7-4FD1-AB1B-C589A572A7E8}" destId="{C0A090CA-D617-4464-8DAE-A0A54A33BA00}" srcOrd="1" destOrd="0" presId="urn:microsoft.com/office/officeart/2016/7/layout/RepeatingBendingProcessNew"/>
    <dgm:cxn modelId="{929149AE-8529-4826-82BB-995A061BA6DB}" type="presOf" srcId="{A97A7B2C-ACC9-4AFC-92AD-43B1BEF7EF5B}" destId="{42769486-9116-431A-8E80-17222BCEBDC6}" srcOrd="1" destOrd="0" presId="urn:microsoft.com/office/officeart/2016/7/layout/RepeatingBendingProcessNew"/>
    <dgm:cxn modelId="{949C65AF-248F-4A31-BA3B-95C84D226726}" srcId="{F8E22C6A-C9C8-47A2-B427-45C7C3096D5F}" destId="{12581B9C-8BF4-45DD-B669-EF0A32AAB690}" srcOrd="12" destOrd="0" parTransId="{93FAE9F9-5D95-4876-936F-52E3F43D721F}" sibTransId="{B2C193C7-1B74-4903-8809-7CACC6635713}"/>
    <dgm:cxn modelId="{913F4DB1-6548-4D3D-963B-4D0ABA633D80}" type="presOf" srcId="{F8E22C6A-C9C8-47A2-B427-45C7C3096D5F}" destId="{FCA7000F-FC00-4B1D-A486-C81A03167018}" srcOrd="0" destOrd="0" presId="urn:microsoft.com/office/officeart/2016/7/layout/RepeatingBendingProcessNew"/>
    <dgm:cxn modelId="{06E9C3C2-A0B4-4F59-894B-A9F64276D7E9}" type="presOf" srcId="{FBE096FF-8157-41F7-AB30-B34A309EA1EE}" destId="{8653FD17-31F3-442A-AE5D-1E626BF4A810}" srcOrd="1" destOrd="0" presId="urn:microsoft.com/office/officeart/2016/7/layout/RepeatingBendingProcessNew"/>
    <dgm:cxn modelId="{01E342C4-958C-4D36-8094-0912E5C03B84}" type="presOf" srcId="{119027F8-33B3-4263-9886-E2C535922987}" destId="{674E8386-7531-4DEF-AF74-A2E8D9F6459B}" srcOrd="0" destOrd="0" presId="urn:microsoft.com/office/officeart/2016/7/layout/RepeatingBendingProcessNew"/>
    <dgm:cxn modelId="{35ECC4C5-DE5F-40B9-A8BF-ADCDAFBFC3DD}" type="presOf" srcId="{4607BBDB-9C00-435A-9360-2E191556060C}" destId="{8BC62A3E-71AE-49DA-8F18-9ED81A7740EC}" srcOrd="1" destOrd="0" presId="urn:microsoft.com/office/officeart/2016/7/layout/RepeatingBendingProcessNew"/>
    <dgm:cxn modelId="{FD860FCA-E600-494B-BAF4-582EE1770F9E}" srcId="{F8E22C6A-C9C8-47A2-B427-45C7C3096D5F}" destId="{119027F8-33B3-4263-9886-E2C535922987}" srcOrd="5" destOrd="0" parTransId="{44F7AA07-9213-4266-A9F8-263B7C8A1C92}" sibTransId="{E7EA5FB3-93D7-4FD1-AB1B-C589A572A7E8}"/>
    <dgm:cxn modelId="{011819D4-0834-4D72-8874-D86E23CDF9F1}" srcId="{F8E22C6A-C9C8-47A2-B427-45C7C3096D5F}" destId="{C5BB2273-90B2-44E7-A61B-2AA515501F9E}" srcOrd="11" destOrd="0" parTransId="{575BFA81-A68C-4A44-BEA7-6046C4251136}" sibTransId="{4607BBDB-9C00-435A-9360-2E191556060C}"/>
    <dgm:cxn modelId="{D2D337D4-3E99-4A15-AF6A-3221BAFBADAD}" type="presOf" srcId="{DE8467D8-281F-4757-8425-16660D1CF697}" destId="{7C7ED0D8-2630-44F1-9553-2DA72971335C}" srcOrd="1" destOrd="0" presId="urn:microsoft.com/office/officeart/2016/7/layout/RepeatingBendingProcessNew"/>
    <dgm:cxn modelId="{28C346DC-1B22-4F5B-AF85-D9C2B0B19D66}" srcId="{F8E22C6A-C9C8-47A2-B427-45C7C3096D5F}" destId="{3D06AC74-184E-46E5-83FA-A9C288C31B9D}" srcOrd="1" destOrd="0" parTransId="{9100E9A3-2896-4452-A22C-5643F1F6AB2C}" sibTransId="{AEBABC21-6386-4E89-A4A2-C3CDE8090661}"/>
    <dgm:cxn modelId="{A7738AE7-9DF1-47D9-9232-D4886A318716}" type="presOf" srcId="{79DCC88E-0E2A-4BBB-B160-F43C1AFC2B24}" destId="{77C113B5-8CE5-4006-AE42-0B67E815ADBE}" srcOrd="0" destOrd="0" presId="urn:microsoft.com/office/officeart/2016/7/layout/RepeatingBendingProcessNew"/>
    <dgm:cxn modelId="{CF3415E8-497E-4EEE-A6F9-702C121A43EA}" type="presOf" srcId="{8FFCD03A-4F25-4458-AFB7-659290535718}" destId="{65AE6DB5-3586-4222-A83D-88B4DEE9666D}" srcOrd="0" destOrd="0" presId="urn:microsoft.com/office/officeart/2016/7/layout/RepeatingBendingProcessNew"/>
    <dgm:cxn modelId="{717BFBED-DA76-4AEA-A03C-748087BD2219}" type="presOf" srcId="{3D06AC74-184E-46E5-83FA-A9C288C31B9D}" destId="{C066B87A-F97D-411F-A9C7-F085E6977524}" srcOrd="0" destOrd="0" presId="urn:microsoft.com/office/officeart/2016/7/layout/RepeatingBendingProcessNew"/>
    <dgm:cxn modelId="{10848FEF-19EB-4654-8562-353B28090D0C}" srcId="{F8E22C6A-C9C8-47A2-B427-45C7C3096D5F}" destId="{79DCC88E-0E2A-4BBB-B160-F43C1AFC2B24}" srcOrd="2" destOrd="0" parTransId="{3AD15674-E1D6-4622-8849-AE35D473833A}" sibTransId="{FBE096FF-8157-41F7-AB30-B34A309EA1EE}"/>
    <dgm:cxn modelId="{A61510F4-C11C-4E6D-A2A9-7CD3BA773E80}" type="presOf" srcId="{4607BBDB-9C00-435A-9360-2E191556060C}" destId="{BB6A85CF-4F16-4B32-B85D-5567512F96B4}" srcOrd="0" destOrd="0" presId="urn:microsoft.com/office/officeart/2016/7/layout/RepeatingBendingProcessNew"/>
    <dgm:cxn modelId="{360747F4-5EED-451C-ACF4-B6FEA00F5425}" type="presOf" srcId="{AEBABC21-6386-4E89-A4A2-C3CDE8090661}" destId="{D39FBA9B-907B-4245-95E9-AE3A7A52EACE}" srcOrd="0" destOrd="0" presId="urn:microsoft.com/office/officeart/2016/7/layout/RepeatingBendingProcessNew"/>
    <dgm:cxn modelId="{35B8C7F8-9A6F-4EF0-B36B-5E9A626E4918}" type="presOf" srcId="{E1582C40-D4D5-42D2-AB53-A45413C44952}" destId="{4F6EFD62-B3BC-4DDF-94E3-33F4BCE00D80}" srcOrd="0" destOrd="0" presId="urn:microsoft.com/office/officeart/2016/7/layout/RepeatingBendingProcessNew"/>
    <dgm:cxn modelId="{5AF1605A-BA51-49C4-BCB0-F947E82FC236}" type="presParOf" srcId="{FCA7000F-FC00-4B1D-A486-C81A03167018}" destId="{D7DF8E58-B28E-48AE-8EDE-43809AD534A5}" srcOrd="0" destOrd="0" presId="urn:microsoft.com/office/officeart/2016/7/layout/RepeatingBendingProcessNew"/>
    <dgm:cxn modelId="{4FF680F0-4D5B-4079-95C3-FADDE939E1AC}" type="presParOf" srcId="{FCA7000F-FC00-4B1D-A486-C81A03167018}" destId="{86715622-F548-426D-82F9-ED5B66B9AFB5}" srcOrd="1" destOrd="0" presId="urn:microsoft.com/office/officeart/2016/7/layout/RepeatingBendingProcessNew"/>
    <dgm:cxn modelId="{ABF04BDA-71CA-4A64-896E-10D44476B030}" type="presParOf" srcId="{86715622-F548-426D-82F9-ED5B66B9AFB5}" destId="{7C7ED0D8-2630-44F1-9553-2DA72971335C}" srcOrd="0" destOrd="0" presId="urn:microsoft.com/office/officeart/2016/7/layout/RepeatingBendingProcessNew"/>
    <dgm:cxn modelId="{E963D6A8-CDFA-49E4-9BD3-580F145F9A15}" type="presParOf" srcId="{FCA7000F-FC00-4B1D-A486-C81A03167018}" destId="{C066B87A-F97D-411F-A9C7-F085E6977524}" srcOrd="2" destOrd="0" presId="urn:microsoft.com/office/officeart/2016/7/layout/RepeatingBendingProcessNew"/>
    <dgm:cxn modelId="{2EDBB8D8-AD37-4729-81CC-2FC691852858}" type="presParOf" srcId="{FCA7000F-FC00-4B1D-A486-C81A03167018}" destId="{D39FBA9B-907B-4245-95E9-AE3A7A52EACE}" srcOrd="3" destOrd="0" presId="urn:microsoft.com/office/officeart/2016/7/layout/RepeatingBendingProcessNew"/>
    <dgm:cxn modelId="{B2C93791-111B-4649-A316-E70430B0200F}" type="presParOf" srcId="{D39FBA9B-907B-4245-95E9-AE3A7A52EACE}" destId="{91F00401-AAF8-4223-92CB-EA438C883E1C}" srcOrd="0" destOrd="0" presId="urn:microsoft.com/office/officeart/2016/7/layout/RepeatingBendingProcessNew"/>
    <dgm:cxn modelId="{96F40DD9-DA63-446C-ADF7-EAA12CDC0A40}" type="presParOf" srcId="{FCA7000F-FC00-4B1D-A486-C81A03167018}" destId="{77C113B5-8CE5-4006-AE42-0B67E815ADBE}" srcOrd="4" destOrd="0" presId="urn:microsoft.com/office/officeart/2016/7/layout/RepeatingBendingProcessNew"/>
    <dgm:cxn modelId="{B4DF6CDF-8D03-4888-BBB8-4EF8BC95ECE2}" type="presParOf" srcId="{FCA7000F-FC00-4B1D-A486-C81A03167018}" destId="{E5149BE9-6A44-4156-BB09-140740610FF4}" srcOrd="5" destOrd="0" presId="urn:microsoft.com/office/officeart/2016/7/layout/RepeatingBendingProcessNew"/>
    <dgm:cxn modelId="{CCF0E8D6-989D-452D-8A6B-03F9C245A5DC}" type="presParOf" srcId="{E5149BE9-6A44-4156-BB09-140740610FF4}" destId="{8653FD17-31F3-442A-AE5D-1E626BF4A810}" srcOrd="0" destOrd="0" presId="urn:microsoft.com/office/officeart/2016/7/layout/RepeatingBendingProcessNew"/>
    <dgm:cxn modelId="{FA0D7354-E0A7-4D93-9D0B-6BC90BC6064D}" type="presParOf" srcId="{FCA7000F-FC00-4B1D-A486-C81A03167018}" destId="{6C3256C9-5F83-4A56-AAEA-C2F5C275F1DE}" srcOrd="6" destOrd="0" presId="urn:microsoft.com/office/officeart/2016/7/layout/RepeatingBendingProcessNew"/>
    <dgm:cxn modelId="{05DEB161-E492-4B8D-BCA6-0EEA8B585D2D}" type="presParOf" srcId="{FCA7000F-FC00-4B1D-A486-C81A03167018}" destId="{F451BCE3-8004-47EB-BC4D-5B8188B4EF9F}" srcOrd="7" destOrd="0" presId="urn:microsoft.com/office/officeart/2016/7/layout/RepeatingBendingProcessNew"/>
    <dgm:cxn modelId="{8D2608EE-93BE-4B80-8D1D-93B719DBA004}" type="presParOf" srcId="{F451BCE3-8004-47EB-BC4D-5B8188B4EF9F}" destId="{88BDF53E-1775-4B86-B54F-13E160B1FECF}" srcOrd="0" destOrd="0" presId="urn:microsoft.com/office/officeart/2016/7/layout/RepeatingBendingProcessNew"/>
    <dgm:cxn modelId="{FDAA07E7-0265-464C-9889-8720DCCED289}" type="presParOf" srcId="{FCA7000F-FC00-4B1D-A486-C81A03167018}" destId="{68F60B56-F10F-4AEA-9B7D-9180A1FEF1B0}" srcOrd="8" destOrd="0" presId="urn:microsoft.com/office/officeart/2016/7/layout/RepeatingBendingProcessNew"/>
    <dgm:cxn modelId="{0F149EF6-8D81-43B7-9DEE-D7B2586B4736}" type="presParOf" srcId="{FCA7000F-FC00-4B1D-A486-C81A03167018}" destId="{73CF96D0-2756-4533-BE27-69E27177E792}" srcOrd="9" destOrd="0" presId="urn:microsoft.com/office/officeart/2016/7/layout/RepeatingBendingProcessNew"/>
    <dgm:cxn modelId="{4F614A66-E64C-459A-BC57-7AE451B3D0F8}" type="presParOf" srcId="{73CF96D0-2756-4533-BE27-69E27177E792}" destId="{2E2C8801-1DB1-42C0-AE7B-63061824684C}" srcOrd="0" destOrd="0" presId="urn:microsoft.com/office/officeart/2016/7/layout/RepeatingBendingProcessNew"/>
    <dgm:cxn modelId="{3713C8D5-D855-49CE-A17A-62DBF683620A}" type="presParOf" srcId="{FCA7000F-FC00-4B1D-A486-C81A03167018}" destId="{674E8386-7531-4DEF-AF74-A2E8D9F6459B}" srcOrd="10" destOrd="0" presId="urn:microsoft.com/office/officeart/2016/7/layout/RepeatingBendingProcessNew"/>
    <dgm:cxn modelId="{73A34FBB-2D5A-484A-868D-96315C9BA840}" type="presParOf" srcId="{FCA7000F-FC00-4B1D-A486-C81A03167018}" destId="{9661F8C2-1D4B-4298-9CF6-54B7D9343BED}" srcOrd="11" destOrd="0" presId="urn:microsoft.com/office/officeart/2016/7/layout/RepeatingBendingProcessNew"/>
    <dgm:cxn modelId="{76ECCC7E-B5F6-4127-ADE1-C4BDCA257BE1}" type="presParOf" srcId="{9661F8C2-1D4B-4298-9CF6-54B7D9343BED}" destId="{C0A090CA-D617-4464-8DAE-A0A54A33BA00}" srcOrd="0" destOrd="0" presId="urn:microsoft.com/office/officeart/2016/7/layout/RepeatingBendingProcessNew"/>
    <dgm:cxn modelId="{E3651AC9-117B-41BA-8878-D60ED18AE644}" type="presParOf" srcId="{FCA7000F-FC00-4B1D-A486-C81A03167018}" destId="{4DED9C11-7511-4901-8883-558DF4E23713}" srcOrd="12" destOrd="0" presId="urn:microsoft.com/office/officeart/2016/7/layout/RepeatingBendingProcessNew"/>
    <dgm:cxn modelId="{A944AF1E-530E-4EE4-AAD5-B9D8BD9CFD8B}" type="presParOf" srcId="{FCA7000F-FC00-4B1D-A486-C81A03167018}" destId="{0DAB35E9-6FCC-4BB1-AF03-C086B1E5ED01}" srcOrd="13" destOrd="0" presId="urn:microsoft.com/office/officeart/2016/7/layout/RepeatingBendingProcessNew"/>
    <dgm:cxn modelId="{416E6AA9-DF38-401F-A27D-F4396F179918}" type="presParOf" srcId="{0DAB35E9-6FCC-4BB1-AF03-C086B1E5ED01}" destId="{948A8282-837F-4716-BA9F-3EDF1B5E6C37}" srcOrd="0" destOrd="0" presId="urn:microsoft.com/office/officeart/2016/7/layout/RepeatingBendingProcessNew"/>
    <dgm:cxn modelId="{B674CC3C-E2E1-4814-B90D-F2282E045BCC}" type="presParOf" srcId="{FCA7000F-FC00-4B1D-A486-C81A03167018}" destId="{1F1165B4-40C9-4E94-B327-FE91EB0D42DF}" srcOrd="14" destOrd="0" presId="urn:microsoft.com/office/officeart/2016/7/layout/RepeatingBendingProcessNew"/>
    <dgm:cxn modelId="{65DA9B75-5587-4291-85D2-B5A0E8A0D19D}" type="presParOf" srcId="{FCA7000F-FC00-4B1D-A486-C81A03167018}" destId="{65AE6DB5-3586-4222-A83D-88B4DEE9666D}" srcOrd="15" destOrd="0" presId="urn:microsoft.com/office/officeart/2016/7/layout/RepeatingBendingProcessNew"/>
    <dgm:cxn modelId="{6D14BBD3-7FC2-4783-A984-F1332E181183}" type="presParOf" srcId="{65AE6DB5-3586-4222-A83D-88B4DEE9666D}" destId="{3729EA6F-3E70-4543-A9A3-57E04B1B7717}" srcOrd="0" destOrd="0" presId="urn:microsoft.com/office/officeart/2016/7/layout/RepeatingBendingProcessNew"/>
    <dgm:cxn modelId="{D3D93B9F-2A64-48BF-9977-244F5F87B32B}" type="presParOf" srcId="{FCA7000F-FC00-4B1D-A486-C81A03167018}" destId="{6C63BE91-BF0B-42D5-8A91-FF9ED2135163}" srcOrd="16" destOrd="0" presId="urn:microsoft.com/office/officeart/2016/7/layout/RepeatingBendingProcessNew"/>
    <dgm:cxn modelId="{3ACB3DA3-1D97-458C-8114-DF430A03DC5C}" type="presParOf" srcId="{FCA7000F-FC00-4B1D-A486-C81A03167018}" destId="{4F6EFD62-B3BC-4DDF-94E3-33F4BCE00D80}" srcOrd="17" destOrd="0" presId="urn:microsoft.com/office/officeart/2016/7/layout/RepeatingBendingProcessNew"/>
    <dgm:cxn modelId="{F0022B5E-396D-4518-83E3-AD0298417436}" type="presParOf" srcId="{4F6EFD62-B3BC-4DDF-94E3-33F4BCE00D80}" destId="{16CB125E-0632-4441-8931-B7DC5E4589CB}" srcOrd="0" destOrd="0" presId="urn:microsoft.com/office/officeart/2016/7/layout/RepeatingBendingProcessNew"/>
    <dgm:cxn modelId="{524A5C79-DE71-472E-B278-4F27972ACF5A}" type="presParOf" srcId="{FCA7000F-FC00-4B1D-A486-C81A03167018}" destId="{F01BB4D2-0BF5-451C-AC31-53D4E725F808}" srcOrd="18" destOrd="0" presId="urn:microsoft.com/office/officeart/2016/7/layout/RepeatingBendingProcessNew"/>
    <dgm:cxn modelId="{F11AB66B-F864-449C-9FCF-9911814DD1F9}" type="presParOf" srcId="{FCA7000F-FC00-4B1D-A486-C81A03167018}" destId="{BBE02DAB-D1F9-4641-936D-63436E1E507C}" srcOrd="19" destOrd="0" presId="urn:microsoft.com/office/officeart/2016/7/layout/RepeatingBendingProcessNew"/>
    <dgm:cxn modelId="{B26ACF78-3B05-41AB-8555-E25CE8C1014D}" type="presParOf" srcId="{BBE02DAB-D1F9-4641-936D-63436E1E507C}" destId="{986F28D3-838E-4777-B244-6D2211A7EBB4}" srcOrd="0" destOrd="0" presId="urn:microsoft.com/office/officeart/2016/7/layout/RepeatingBendingProcessNew"/>
    <dgm:cxn modelId="{F1EA4607-2328-4659-8A74-B0A25740A2AB}" type="presParOf" srcId="{FCA7000F-FC00-4B1D-A486-C81A03167018}" destId="{987C36A5-0F75-4CBA-BA10-64B4515FA4FA}" srcOrd="20" destOrd="0" presId="urn:microsoft.com/office/officeart/2016/7/layout/RepeatingBendingProcessNew"/>
    <dgm:cxn modelId="{9E8231AF-5CC1-4354-8676-DFA943EAB8C0}" type="presParOf" srcId="{FCA7000F-FC00-4B1D-A486-C81A03167018}" destId="{E5ACCE7F-A451-45A5-96F5-993C572E4346}" srcOrd="21" destOrd="0" presId="urn:microsoft.com/office/officeart/2016/7/layout/RepeatingBendingProcessNew"/>
    <dgm:cxn modelId="{2DDC0BA2-29B6-4E71-8656-EC9D4DDBC49C}" type="presParOf" srcId="{E5ACCE7F-A451-45A5-96F5-993C572E4346}" destId="{42769486-9116-431A-8E80-17222BCEBDC6}" srcOrd="0" destOrd="0" presId="urn:microsoft.com/office/officeart/2016/7/layout/RepeatingBendingProcessNew"/>
    <dgm:cxn modelId="{70C260E2-770A-4C1C-9E09-094AA9A99E2F}" type="presParOf" srcId="{FCA7000F-FC00-4B1D-A486-C81A03167018}" destId="{030110C8-A2E1-41CD-B514-CFDB79A72A12}" srcOrd="22" destOrd="0" presId="urn:microsoft.com/office/officeart/2016/7/layout/RepeatingBendingProcessNew"/>
    <dgm:cxn modelId="{AC48CF1B-D2D9-4B6D-B3FF-54055416F6BD}" type="presParOf" srcId="{FCA7000F-FC00-4B1D-A486-C81A03167018}" destId="{BB6A85CF-4F16-4B32-B85D-5567512F96B4}" srcOrd="23" destOrd="0" presId="urn:microsoft.com/office/officeart/2016/7/layout/RepeatingBendingProcessNew"/>
    <dgm:cxn modelId="{BD478FB1-3D8D-40AF-AE83-0FA0ADDDBE48}" type="presParOf" srcId="{BB6A85CF-4F16-4B32-B85D-5567512F96B4}" destId="{8BC62A3E-71AE-49DA-8F18-9ED81A7740EC}" srcOrd="0" destOrd="0" presId="urn:microsoft.com/office/officeart/2016/7/layout/RepeatingBendingProcessNew"/>
    <dgm:cxn modelId="{40331394-0C7E-4AE7-B73C-FD43111C2146}" type="presParOf" srcId="{FCA7000F-FC00-4B1D-A486-C81A03167018}" destId="{3B493890-0A18-45B9-AECC-23E507584C8E}" srcOrd="24" destOrd="0" presId="urn:microsoft.com/office/officeart/2016/7/layout/RepeatingBendingProcessNew"/>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715622-F548-426D-82F9-ED5B66B9AFB5}">
      <dsp:nvSpPr>
        <dsp:cNvPr id="0" name=""/>
        <dsp:cNvSpPr/>
      </dsp:nvSpPr>
      <dsp:spPr>
        <a:xfrm>
          <a:off x="1778971" y="657533"/>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957480" y="701213"/>
        <a:ext cx="20400" cy="4080"/>
      </dsp:txXfrm>
    </dsp:sp>
    <dsp:sp modelId="{D7DF8E58-B28E-48AE-8EDE-43809AD534A5}">
      <dsp:nvSpPr>
        <dsp:cNvPr id="0" name=""/>
        <dsp:cNvSpPr/>
      </dsp:nvSpPr>
      <dsp:spPr>
        <a:xfrm>
          <a:off x="6777" y="171055"/>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1. Loads environment and connects to Supabase</a:t>
          </a:r>
        </a:p>
      </dsp:txBody>
      <dsp:txXfrm>
        <a:off x="6777" y="171055"/>
        <a:ext cx="1773994" cy="1064396"/>
      </dsp:txXfrm>
    </dsp:sp>
    <dsp:sp modelId="{D39FBA9B-907B-4245-95E9-AE3A7A52EACE}">
      <dsp:nvSpPr>
        <dsp:cNvPr id="0" name=""/>
        <dsp:cNvSpPr/>
      </dsp:nvSpPr>
      <dsp:spPr>
        <a:xfrm>
          <a:off x="3960984" y="657533"/>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139493" y="701213"/>
        <a:ext cx="20400" cy="4080"/>
      </dsp:txXfrm>
    </dsp:sp>
    <dsp:sp modelId="{C066B87A-F97D-411F-A9C7-F085E6977524}">
      <dsp:nvSpPr>
        <dsp:cNvPr id="0" name=""/>
        <dsp:cNvSpPr/>
      </dsp:nvSpPr>
      <dsp:spPr>
        <a:xfrm>
          <a:off x="2188790" y="171055"/>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2. Fetch users’ liked movies from DB</a:t>
          </a:r>
        </a:p>
      </dsp:txBody>
      <dsp:txXfrm>
        <a:off x="2188790" y="171055"/>
        <a:ext cx="1773994" cy="1064396"/>
      </dsp:txXfrm>
    </dsp:sp>
    <dsp:sp modelId="{E5149BE9-6A44-4156-BB09-140740610FF4}">
      <dsp:nvSpPr>
        <dsp:cNvPr id="0" name=""/>
        <dsp:cNvSpPr/>
      </dsp:nvSpPr>
      <dsp:spPr>
        <a:xfrm>
          <a:off x="6142997" y="657533"/>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21505" y="701213"/>
        <a:ext cx="20400" cy="4080"/>
      </dsp:txXfrm>
    </dsp:sp>
    <dsp:sp modelId="{77C113B5-8CE5-4006-AE42-0B67E815ADBE}">
      <dsp:nvSpPr>
        <dsp:cNvPr id="0" name=""/>
        <dsp:cNvSpPr/>
      </dsp:nvSpPr>
      <dsp:spPr>
        <a:xfrm>
          <a:off x="4370802" y="171055"/>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3. Converts likes into ratings dataframe</a:t>
          </a:r>
        </a:p>
      </dsp:txBody>
      <dsp:txXfrm>
        <a:off x="4370802" y="171055"/>
        <a:ext cx="1773994" cy="1064396"/>
      </dsp:txXfrm>
    </dsp:sp>
    <dsp:sp modelId="{F451BCE3-8004-47EB-BC4D-5B8188B4EF9F}">
      <dsp:nvSpPr>
        <dsp:cNvPr id="0" name=""/>
        <dsp:cNvSpPr/>
      </dsp:nvSpPr>
      <dsp:spPr>
        <a:xfrm>
          <a:off x="8325009" y="657533"/>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503518" y="701213"/>
        <a:ext cx="20400" cy="4080"/>
      </dsp:txXfrm>
    </dsp:sp>
    <dsp:sp modelId="{6C3256C9-5F83-4A56-AAEA-C2F5C275F1DE}">
      <dsp:nvSpPr>
        <dsp:cNvPr id="0" name=""/>
        <dsp:cNvSpPr/>
      </dsp:nvSpPr>
      <dsp:spPr>
        <a:xfrm>
          <a:off x="6552815" y="171055"/>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4. Builds a Surprise Dataset</a:t>
          </a:r>
        </a:p>
      </dsp:txBody>
      <dsp:txXfrm>
        <a:off x="6552815" y="171055"/>
        <a:ext cx="1773994" cy="1064396"/>
      </dsp:txXfrm>
    </dsp:sp>
    <dsp:sp modelId="{73CF96D0-2756-4533-BE27-69E27177E792}">
      <dsp:nvSpPr>
        <dsp:cNvPr id="0" name=""/>
        <dsp:cNvSpPr/>
      </dsp:nvSpPr>
      <dsp:spPr>
        <a:xfrm>
          <a:off x="893774" y="1233652"/>
          <a:ext cx="8728050" cy="377418"/>
        </a:xfrm>
        <a:custGeom>
          <a:avLst/>
          <a:gdLst/>
          <a:ahLst/>
          <a:cxnLst/>
          <a:rect l="0" t="0" r="0" b="0"/>
          <a:pathLst>
            <a:path>
              <a:moveTo>
                <a:pt x="8728050" y="0"/>
              </a:moveTo>
              <a:lnTo>
                <a:pt x="8728050" y="205809"/>
              </a:lnTo>
              <a:lnTo>
                <a:pt x="0" y="205809"/>
              </a:lnTo>
              <a:lnTo>
                <a:pt x="0" y="377418"/>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039360" y="1420321"/>
        <a:ext cx="436879" cy="4080"/>
      </dsp:txXfrm>
    </dsp:sp>
    <dsp:sp modelId="{68F60B56-F10F-4AEA-9B7D-9180A1FEF1B0}">
      <dsp:nvSpPr>
        <dsp:cNvPr id="0" name=""/>
        <dsp:cNvSpPr/>
      </dsp:nvSpPr>
      <dsp:spPr>
        <a:xfrm>
          <a:off x="8734828" y="171055"/>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5. Train on SVD model (Learns latent vector per user and per movie)</a:t>
          </a:r>
        </a:p>
      </dsp:txBody>
      <dsp:txXfrm>
        <a:off x="8734828" y="171055"/>
        <a:ext cx="1773994" cy="1064396"/>
      </dsp:txXfrm>
    </dsp:sp>
    <dsp:sp modelId="{9661F8C2-1D4B-4298-9CF6-54B7D9343BED}">
      <dsp:nvSpPr>
        <dsp:cNvPr id="0" name=""/>
        <dsp:cNvSpPr/>
      </dsp:nvSpPr>
      <dsp:spPr>
        <a:xfrm>
          <a:off x="1778971" y="2129948"/>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957480" y="2173628"/>
        <a:ext cx="20400" cy="4080"/>
      </dsp:txXfrm>
    </dsp:sp>
    <dsp:sp modelId="{674E8386-7531-4DEF-AF74-A2E8D9F6459B}">
      <dsp:nvSpPr>
        <dsp:cNvPr id="0" name=""/>
        <dsp:cNvSpPr/>
      </dsp:nvSpPr>
      <dsp:spPr>
        <a:xfrm>
          <a:off x="6777" y="1643470"/>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6. Fetch Thousands of movies from TMDB</a:t>
          </a:r>
        </a:p>
      </dsp:txBody>
      <dsp:txXfrm>
        <a:off x="6777" y="1643470"/>
        <a:ext cx="1773994" cy="1064396"/>
      </dsp:txXfrm>
    </dsp:sp>
    <dsp:sp modelId="{0DAB35E9-6FCC-4BB1-AF03-C086B1E5ED01}">
      <dsp:nvSpPr>
        <dsp:cNvPr id="0" name=""/>
        <dsp:cNvSpPr/>
      </dsp:nvSpPr>
      <dsp:spPr>
        <a:xfrm>
          <a:off x="3960984" y="2129948"/>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139493" y="2173628"/>
        <a:ext cx="20400" cy="4080"/>
      </dsp:txXfrm>
    </dsp:sp>
    <dsp:sp modelId="{4DED9C11-7511-4901-8883-558DF4E23713}">
      <dsp:nvSpPr>
        <dsp:cNvPr id="0" name=""/>
        <dsp:cNvSpPr/>
      </dsp:nvSpPr>
      <dsp:spPr>
        <a:xfrm>
          <a:off x="2188790" y="1643470"/>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7. Build clean TMDB movie log</a:t>
          </a:r>
        </a:p>
      </dsp:txBody>
      <dsp:txXfrm>
        <a:off x="2188790" y="1643470"/>
        <a:ext cx="1773994" cy="1064396"/>
      </dsp:txXfrm>
    </dsp:sp>
    <dsp:sp modelId="{65AE6DB5-3586-4222-A83D-88B4DEE9666D}">
      <dsp:nvSpPr>
        <dsp:cNvPr id="0" name=""/>
        <dsp:cNvSpPr/>
      </dsp:nvSpPr>
      <dsp:spPr>
        <a:xfrm>
          <a:off x="6142997" y="2129948"/>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6321505" y="2173628"/>
        <a:ext cx="20400" cy="4080"/>
      </dsp:txXfrm>
    </dsp:sp>
    <dsp:sp modelId="{1F1165B4-40C9-4E94-B327-FE91EB0D42DF}">
      <dsp:nvSpPr>
        <dsp:cNvPr id="0" name=""/>
        <dsp:cNvSpPr/>
      </dsp:nvSpPr>
      <dsp:spPr>
        <a:xfrm>
          <a:off x="4370802" y="1643470"/>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8. Extract users’ favorite genres</a:t>
          </a:r>
        </a:p>
      </dsp:txBody>
      <dsp:txXfrm>
        <a:off x="4370802" y="1643470"/>
        <a:ext cx="1773994" cy="1064396"/>
      </dsp:txXfrm>
    </dsp:sp>
    <dsp:sp modelId="{4F6EFD62-B3BC-4DDF-94E3-33F4BCE00D80}">
      <dsp:nvSpPr>
        <dsp:cNvPr id="0" name=""/>
        <dsp:cNvSpPr/>
      </dsp:nvSpPr>
      <dsp:spPr>
        <a:xfrm>
          <a:off x="8325009" y="2129948"/>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8503518" y="2173628"/>
        <a:ext cx="20400" cy="4080"/>
      </dsp:txXfrm>
    </dsp:sp>
    <dsp:sp modelId="{6C63BE91-BF0B-42D5-8A91-FF9ED2135163}">
      <dsp:nvSpPr>
        <dsp:cNvPr id="0" name=""/>
        <dsp:cNvSpPr/>
      </dsp:nvSpPr>
      <dsp:spPr>
        <a:xfrm>
          <a:off x="6552815" y="1643470"/>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9. Score every movie for every user</a:t>
          </a:r>
        </a:p>
      </dsp:txBody>
      <dsp:txXfrm>
        <a:off x="6552815" y="1643470"/>
        <a:ext cx="1773994" cy="1064396"/>
      </dsp:txXfrm>
    </dsp:sp>
    <dsp:sp modelId="{BBE02DAB-D1F9-4641-936D-63436E1E507C}">
      <dsp:nvSpPr>
        <dsp:cNvPr id="0" name=""/>
        <dsp:cNvSpPr/>
      </dsp:nvSpPr>
      <dsp:spPr>
        <a:xfrm>
          <a:off x="893774" y="2706067"/>
          <a:ext cx="8728050" cy="377418"/>
        </a:xfrm>
        <a:custGeom>
          <a:avLst/>
          <a:gdLst/>
          <a:ahLst/>
          <a:cxnLst/>
          <a:rect l="0" t="0" r="0" b="0"/>
          <a:pathLst>
            <a:path>
              <a:moveTo>
                <a:pt x="8728050" y="0"/>
              </a:moveTo>
              <a:lnTo>
                <a:pt x="8728050" y="205809"/>
              </a:lnTo>
              <a:lnTo>
                <a:pt x="0" y="205809"/>
              </a:lnTo>
              <a:lnTo>
                <a:pt x="0" y="377418"/>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5039360" y="2892736"/>
        <a:ext cx="436879" cy="4080"/>
      </dsp:txXfrm>
    </dsp:sp>
    <dsp:sp modelId="{F01BB4D2-0BF5-451C-AC31-53D4E725F808}">
      <dsp:nvSpPr>
        <dsp:cNvPr id="0" name=""/>
        <dsp:cNvSpPr/>
      </dsp:nvSpPr>
      <dsp:spPr>
        <a:xfrm>
          <a:off x="8734828" y="1643470"/>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10. Pick top 20 movies for each user</a:t>
          </a:r>
        </a:p>
      </dsp:txBody>
      <dsp:txXfrm>
        <a:off x="8734828" y="1643470"/>
        <a:ext cx="1773994" cy="1064396"/>
      </dsp:txXfrm>
    </dsp:sp>
    <dsp:sp modelId="{E5ACCE7F-A451-45A5-96F5-993C572E4346}">
      <dsp:nvSpPr>
        <dsp:cNvPr id="0" name=""/>
        <dsp:cNvSpPr/>
      </dsp:nvSpPr>
      <dsp:spPr>
        <a:xfrm>
          <a:off x="1778971" y="3602364"/>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1957480" y="3646043"/>
        <a:ext cx="20400" cy="4080"/>
      </dsp:txXfrm>
    </dsp:sp>
    <dsp:sp modelId="{987C36A5-0F75-4CBA-BA10-64B4515FA4FA}">
      <dsp:nvSpPr>
        <dsp:cNvPr id="0" name=""/>
        <dsp:cNvSpPr/>
      </dsp:nvSpPr>
      <dsp:spPr>
        <a:xfrm>
          <a:off x="6777" y="3115885"/>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11. Deduplicates </a:t>
          </a:r>
        </a:p>
      </dsp:txBody>
      <dsp:txXfrm>
        <a:off x="6777" y="3115885"/>
        <a:ext cx="1773994" cy="1064396"/>
      </dsp:txXfrm>
    </dsp:sp>
    <dsp:sp modelId="{BB6A85CF-4F16-4B32-B85D-5567512F96B4}">
      <dsp:nvSpPr>
        <dsp:cNvPr id="0" name=""/>
        <dsp:cNvSpPr/>
      </dsp:nvSpPr>
      <dsp:spPr>
        <a:xfrm>
          <a:off x="3960984" y="3602364"/>
          <a:ext cx="377418" cy="91440"/>
        </a:xfrm>
        <a:custGeom>
          <a:avLst/>
          <a:gdLst/>
          <a:ahLst/>
          <a:cxnLst/>
          <a:rect l="0" t="0" r="0" b="0"/>
          <a:pathLst>
            <a:path>
              <a:moveTo>
                <a:pt x="0" y="45720"/>
              </a:moveTo>
              <a:lnTo>
                <a:pt x="377418"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4139493" y="3646043"/>
        <a:ext cx="20400" cy="4080"/>
      </dsp:txXfrm>
    </dsp:sp>
    <dsp:sp modelId="{030110C8-A2E1-41CD-B514-CFDB79A72A12}">
      <dsp:nvSpPr>
        <dsp:cNvPr id="0" name=""/>
        <dsp:cNvSpPr/>
      </dsp:nvSpPr>
      <dsp:spPr>
        <a:xfrm>
          <a:off x="2188790" y="3115885"/>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12. Deletes Old Recommendations </a:t>
          </a:r>
        </a:p>
      </dsp:txBody>
      <dsp:txXfrm>
        <a:off x="2188790" y="3115885"/>
        <a:ext cx="1773994" cy="1064396"/>
      </dsp:txXfrm>
    </dsp:sp>
    <dsp:sp modelId="{3B493890-0A18-45B9-AECC-23E507584C8E}">
      <dsp:nvSpPr>
        <dsp:cNvPr id="0" name=""/>
        <dsp:cNvSpPr/>
      </dsp:nvSpPr>
      <dsp:spPr>
        <a:xfrm>
          <a:off x="4370802" y="3115885"/>
          <a:ext cx="1773994" cy="1064396"/>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6927" tIns="91245" rIns="86927" bIns="91245" numCol="1" spcCol="1270" anchor="ctr" anchorCtr="0">
          <a:noAutofit/>
        </a:bodyPr>
        <a:lstStyle/>
        <a:p>
          <a:pPr marL="0" lvl="0" indent="0" algn="ctr" defTabSz="622300">
            <a:lnSpc>
              <a:spcPct val="90000"/>
            </a:lnSpc>
            <a:spcBef>
              <a:spcPct val="0"/>
            </a:spcBef>
            <a:spcAft>
              <a:spcPct val="35000"/>
            </a:spcAft>
            <a:buNone/>
          </a:pPr>
          <a:r>
            <a:rPr lang="en-US" sz="1400" kern="1200"/>
            <a:t>13. Upload New Recommendations	</a:t>
          </a:r>
        </a:p>
      </dsp:txBody>
      <dsp:txXfrm>
        <a:off x="4370802" y="3115885"/>
        <a:ext cx="1773994" cy="1064396"/>
      </dsp:txXfrm>
    </dsp:sp>
  </dsp:spTree>
</dsp:drawing>
</file>

<file path=ppt/diagrams/layout1.xml><?xml version="1.0" encoding="utf-8"?>
<dgm:layoutDef xmlns:dgm="http://schemas.openxmlformats.org/drawingml/2006/diagram" xmlns:a="http://schemas.openxmlformats.org/drawingml/2006/main" uniqueId="urn:microsoft.com/office/officeart/2016/7/layout/RepeatingBendingProcessNew">
  <dgm:title val="Repeating Bending Process New"/>
  <dgm:desc val=""/>
  <dgm:catLst>
    <dgm:cat type="process" pri="5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 type="tMarg" refType="h" fact="0.243"/>
          <dgm:constr type="bMarg" refType="h" fact="0.243"/>
          <dgm:constr type="lMarg" refType="w" fact="0.1389"/>
          <dgm:constr type="rMarg" refType="w" fact="0.1389"/>
        </dgm:constrLst>
        <dgm:ruleLst>
          <dgm:rule type="primFontSz" val="12"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A7751DD-74B8-4CD6-BFF6-6DAD8A813457}" type="datetimeFigureOut">
              <a:rPr lang="en-US" smtClean="0"/>
              <a:t>11/20/2025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25A8E0-A27A-48B4-B626-142953AC4A06}" type="slidenum">
              <a:rPr lang="en-US" smtClean="0"/>
              <a:t>‹#›</a:t>
            </a:fld>
            <a:endParaRPr lang="en-US"/>
          </a:p>
        </p:txBody>
      </p:sp>
    </p:spTree>
    <p:extLst>
      <p:ext uri="{BB962C8B-B14F-4D97-AF65-F5344CB8AC3E}">
        <p14:creationId xmlns:p14="http://schemas.microsoft.com/office/powerpoint/2010/main" val="35118062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It’s simple, there is too many movies out there which go under the radar. We don’t want to waste the few free hours searching through a million movies or even worse, watching a bad movie.</a:t>
            </a:r>
          </a:p>
        </p:txBody>
      </p:sp>
      <p:sp>
        <p:nvSpPr>
          <p:cNvPr id="4" name="Slide Number Placeholder 3"/>
          <p:cNvSpPr>
            <a:spLocks noGrp="1"/>
          </p:cNvSpPr>
          <p:nvPr>
            <p:ph type="sldNum" sz="quarter" idx="5"/>
          </p:nvPr>
        </p:nvSpPr>
        <p:spPr/>
        <p:txBody>
          <a:bodyPr/>
          <a:lstStyle/>
          <a:p>
            <a:fld id="{3025A8E0-A27A-48B4-B626-142953AC4A06}" type="slidenum">
              <a:rPr lang="en-US" smtClean="0"/>
              <a:t>2</a:t>
            </a:fld>
            <a:endParaRPr lang="en-US"/>
          </a:p>
        </p:txBody>
      </p:sp>
    </p:spTree>
    <p:extLst>
      <p:ext uri="{BB962C8B-B14F-4D97-AF65-F5344CB8AC3E}">
        <p14:creationId xmlns:p14="http://schemas.microsoft.com/office/powerpoint/2010/main" val="37710492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 Machine Learning! Instead of spending endless time searching for new movies. We can use AI Machine Learning to find good matches based on a users’ likes!</a:t>
            </a:r>
          </a:p>
          <a:p>
            <a:r>
              <a:rPr lang="en-US"/>
              <a:t>This project seeks to solve the problem of content overload by delivering accurate, personalized movie recommendations that improve user experience, reduce browsing time, and enhance overall satisfaction.</a:t>
            </a:r>
          </a:p>
        </p:txBody>
      </p:sp>
      <p:sp>
        <p:nvSpPr>
          <p:cNvPr id="4" name="Slide Number Placeholder 3"/>
          <p:cNvSpPr>
            <a:spLocks noGrp="1"/>
          </p:cNvSpPr>
          <p:nvPr>
            <p:ph type="sldNum" sz="quarter" idx="5"/>
          </p:nvPr>
        </p:nvSpPr>
        <p:spPr/>
        <p:txBody>
          <a:bodyPr/>
          <a:lstStyle/>
          <a:p>
            <a:fld id="{3025A8E0-A27A-48B4-B626-142953AC4A06}" type="slidenum">
              <a:rPr lang="en-US" smtClean="0"/>
              <a:t>3</a:t>
            </a:fld>
            <a:endParaRPr lang="en-US"/>
          </a:p>
        </p:txBody>
      </p:sp>
    </p:spTree>
    <p:extLst>
      <p:ext uri="{BB962C8B-B14F-4D97-AF65-F5344CB8AC3E}">
        <p14:creationId xmlns:p14="http://schemas.microsoft.com/office/powerpoint/2010/main" val="40596670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script trains a </a:t>
            </a:r>
            <a:r>
              <a:rPr lang="en-US" b="1"/>
              <a:t>movie recommendation model</a:t>
            </a:r>
            <a:r>
              <a:rPr lang="en-US"/>
              <a:t> using </a:t>
            </a:r>
            <a:r>
              <a:rPr lang="en-US" b="1"/>
              <a:t>SVD (Singular Value Decomposition)</a:t>
            </a:r>
            <a:r>
              <a:rPr lang="en-US"/>
              <a:t> from the </a:t>
            </a:r>
            <a:r>
              <a:rPr lang="en-US" sz="1200" kern="1200">
                <a:solidFill>
                  <a:schemeClr val="tx1"/>
                </a:solidFill>
                <a:latin typeface="+mn-lt"/>
                <a:ea typeface="+mn-ea"/>
                <a:cs typeface="+mn-cs"/>
              </a:rPr>
              <a:t>surprise</a:t>
            </a:r>
            <a:r>
              <a:rPr lang="en-US"/>
              <a:t> ML library.</a:t>
            </a:r>
            <a:br>
              <a:rPr lang="en-US"/>
            </a:br>
            <a:r>
              <a:rPr lang="en-US"/>
              <a:t>It learns which movies users </a:t>
            </a:r>
            <a:r>
              <a:rPr lang="en-US" i="1"/>
              <a:t>might</a:t>
            </a:r>
            <a:r>
              <a:rPr lang="en-US"/>
              <a:t> like based on what they already liked.</a:t>
            </a:r>
          </a:p>
          <a:p>
            <a:r>
              <a:rPr lang="en-US"/>
              <a:t>Then it saves predicted recommendations into a </a:t>
            </a:r>
            <a:r>
              <a:rPr lang="en-US" err="1"/>
              <a:t>Supabase</a:t>
            </a:r>
            <a:r>
              <a:rPr lang="en-US"/>
              <a:t> table.</a:t>
            </a:r>
          </a:p>
          <a:p>
            <a:br>
              <a:rPr lang="en-US"/>
            </a:br>
            <a:r>
              <a:rPr lang="en-US" i="1"/>
              <a:t>learns</a:t>
            </a:r>
            <a:r>
              <a:rPr lang="en-US"/>
              <a:t> user latent factors</a:t>
            </a:r>
          </a:p>
          <a:p>
            <a:r>
              <a:rPr lang="en-US" i="1"/>
              <a:t>learns</a:t>
            </a:r>
            <a:r>
              <a:rPr lang="en-US"/>
              <a:t> movie latent factors</a:t>
            </a:r>
          </a:p>
          <a:p>
            <a:r>
              <a:rPr lang="en-US"/>
              <a:t>uses stochastic </a:t>
            </a:r>
            <a:r>
              <a:rPr lang="en-US" b="1"/>
              <a:t>gradient descent</a:t>
            </a:r>
            <a:r>
              <a:rPr lang="en-US"/>
              <a:t> to minimize prediction error</a:t>
            </a:r>
          </a:p>
          <a:p>
            <a:r>
              <a:rPr lang="en-US"/>
              <a:t>predicts user ratings for unseen movies</a:t>
            </a:r>
          </a:p>
          <a:p>
            <a:endParaRPr lang="en-US"/>
          </a:p>
        </p:txBody>
      </p:sp>
      <p:sp>
        <p:nvSpPr>
          <p:cNvPr id="4" name="Slide Number Placeholder 3"/>
          <p:cNvSpPr>
            <a:spLocks noGrp="1"/>
          </p:cNvSpPr>
          <p:nvPr>
            <p:ph type="sldNum" sz="quarter" idx="5"/>
          </p:nvPr>
        </p:nvSpPr>
        <p:spPr/>
        <p:txBody>
          <a:bodyPr/>
          <a:lstStyle/>
          <a:p>
            <a:fld id="{3025A8E0-A27A-48B4-B626-142953AC4A06}" type="slidenum">
              <a:rPr lang="en-US" smtClean="0"/>
              <a:t>4</a:t>
            </a:fld>
            <a:endParaRPr lang="en-US"/>
          </a:p>
        </p:txBody>
      </p:sp>
    </p:spTree>
    <p:extLst>
      <p:ext uri="{BB962C8B-B14F-4D97-AF65-F5344CB8AC3E}">
        <p14:creationId xmlns:p14="http://schemas.microsoft.com/office/powerpoint/2010/main" val="30810339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 – Skips already liked, uses SVD score, checks how many genres match, 	</a:t>
            </a:r>
            <a:r>
              <a:rPr lang="en-US" err="1"/>
              <a:t>tmdb</a:t>
            </a:r>
            <a:r>
              <a:rPr lang="en-US"/>
              <a:t> rating, combines into hybrid score.</a:t>
            </a:r>
            <a:br>
              <a:rPr lang="en-US"/>
            </a:br>
            <a:r>
              <a:rPr lang="en-US"/>
              <a:t>Result </a:t>
            </a:r>
            <a:r>
              <a:rPr lang="en-US" b="1"/>
              <a:t>✔️ Collaborative filtering (SVD)</a:t>
            </a:r>
          </a:p>
          <a:p>
            <a:r>
              <a:rPr lang="en-US" b="1"/>
              <a:t>✔️ Content-based filtering (genres)</a:t>
            </a:r>
          </a:p>
          <a:p>
            <a:r>
              <a:rPr lang="en-US" b="1"/>
              <a:t>✔️ Popularity ranking (TMDB rating)</a:t>
            </a:r>
          </a:p>
          <a:p>
            <a:endParaRPr lang="en-US"/>
          </a:p>
          <a:p>
            <a:endParaRPr lang="en-US"/>
          </a:p>
        </p:txBody>
      </p:sp>
      <p:sp>
        <p:nvSpPr>
          <p:cNvPr id="4" name="Slide Number Placeholder 3"/>
          <p:cNvSpPr>
            <a:spLocks noGrp="1"/>
          </p:cNvSpPr>
          <p:nvPr>
            <p:ph type="sldNum" sz="quarter" idx="5"/>
          </p:nvPr>
        </p:nvSpPr>
        <p:spPr/>
        <p:txBody>
          <a:bodyPr/>
          <a:lstStyle/>
          <a:p>
            <a:fld id="{3025A8E0-A27A-48B4-B626-142953AC4A06}" type="slidenum">
              <a:rPr lang="en-US" smtClean="0"/>
              <a:t>6</a:t>
            </a:fld>
            <a:endParaRPr lang="en-US"/>
          </a:p>
        </p:txBody>
      </p:sp>
    </p:spTree>
    <p:extLst>
      <p:ext uri="{BB962C8B-B14F-4D97-AF65-F5344CB8AC3E}">
        <p14:creationId xmlns:p14="http://schemas.microsoft.com/office/powerpoint/2010/main" val="12195155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whether the system recommends movies across many genres</a:t>
            </a:r>
          </a:p>
        </p:txBody>
      </p:sp>
      <p:sp>
        <p:nvSpPr>
          <p:cNvPr id="4" name="Slide Number Placeholder 3"/>
          <p:cNvSpPr>
            <a:spLocks noGrp="1"/>
          </p:cNvSpPr>
          <p:nvPr>
            <p:ph type="sldNum" sz="quarter" idx="5"/>
          </p:nvPr>
        </p:nvSpPr>
        <p:spPr/>
        <p:txBody>
          <a:bodyPr/>
          <a:lstStyle/>
          <a:p>
            <a:fld id="{3025A8E0-A27A-48B4-B626-142953AC4A06}" type="slidenum">
              <a:rPr lang="en-US" smtClean="0"/>
              <a:t>10</a:t>
            </a:fld>
            <a:endParaRPr lang="en-US"/>
          </a:p>
        </p:txBody>
      </p:sp>
    </p:spTree>
    <p:extLst>
      <p:ext uri="{BB962C8B-B14F-4D97-AF65-F5344CB8AC3E}">
        <p14:creationId xmlns:p14="http://schemas.microsoft.com/office/powerpoint/2010/main" val="3932462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ensuring movies the user already liked are excluded</a:t>
            </a:r>
          </a:p>
        </p:txBody>
      </p:sp>
      <p:sp>
        <p:nvSpPr>
          <p:cNvPr id="4" name="Slide Number Placeholder 3"/>
          <p:cNvSpPr>
            <a:spLocks noGrp="1"/>
          </p:cNvSpPr>
          <p:nvPr>
            <p:ph type="sldNum" sz="quarter" idx="5"/>
          </p:nvPr>
        </p:nvSpPr>
        <p:spPr/>
        <p:txBody>
          <a:bodyPr/>
          <a:lstStyle/>
          <a:p>
            <a:fld id="{3025A8E0-A27A-48B4-B626-142953AC4A06}" type="slidenum">
              <a:rPr lang="en-US" smtClean="0"/>
              <a:t>11</a:t>
            </a:fld>
            <a:endParaRPr lang="en-US"/>
          </a:p>
        </p:txBody>
      </p:sp>
    </p:spTree>
    <p:extLst>
      <p:ext uri="{BB962C8B-B14F-4D97-AF65-F5344CB8AC3E}">
        <p14:creationId xmlns:p14="http://schemas.microsoft.com/office/powerpoint/2010/main" val="41072095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runtime and scalability when analyzing large TMDB datasets</a:t>
            </a:r>
          </a:p>
        </p:txBody>
      </p:sp>
      <p:sp>
        <p:nvSpPr>
          <p:cNvPr id="4" name="Slide Number Placeholder 3"/>
          <p:cNvSpPr>
            <a:spLocks noGrp="1"/>
          </p:cNvSpPr>
          <p:nvPr>
            <p:ph type="sldNum" sz="quarter" idx="5"/>
          </p:nvPr>
        </p:nvSpPr>
        <p:spPr/>
        <p:txBody>
          <a:bodyPr/>
          <a:lstStyle/>
          <a:p>
            <a:fld id="{3025A8E0-A27A-48B4-B626-142953AC4A06}" type="slidenum">
              <a:rPr lang="en-US" smtClean="0"/>
              <a:t>12</a:t>
            </a:fld>
            <a:endParaRPr lang="en-US"/>
          </a:p>
        </p:txBody>
      </p:sp>
    </p:spTree>
    <p:extLst>
      <p:ext uri="{BB962C8B-B14F-4D97-AF65-F5344CB8AC3E}">
        <p14:creationId xmlns:p14="http://schemas.microsoft.com/office/powerpoint/2010/main" val="35708731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EFAF2-1B95-4B64-AD4B-986E4F74B7C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BBC3432-8332-DE22-1DBB-1D83C62324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F465C2E-19D6-B5D8-01F9-C1E0A76729A0}"/>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5" name="Footer Placeholder 4">
            <a:extLst>
              <a:ext uri="{FF2B5EF4-FFF2-40B4-BE49-F238E27FC236}">
                <a16:creationId xmlns:a16="http://schemas.microsoft.com/office/drawing/2014/main" id="{67054F19-9252-A1B1-A6E7-653E870A3E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129AE3-716A-6882-E805-57639306A007}"/>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4081344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7B525-3379-86AF-C148-714C9E1C582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D0B714-CE50-7E84-CD91-39F3A1324DD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26FA80-9547-6ACB-2651-EEC646DA0286}"/>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5" name="Footer Placeholder 4">
            <a:extLst>
              <a:ext uri="{FF2B5EF4-FFF2-40B4-BE49-F238E27FC236}">
                <a16:creationId xmlns:a16="http://schemas.microsoft.com/office/drawing/2014/main" id="{C0C8E17E-533F-3116-80C4-AE7F6327875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E530113-C5DE-5393-4737-7BFA7F410831}"/>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28830081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4AD61-BE75-8498-9D97-098975FD900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807362B-B363-291F-70C2-603899943AF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854D484-940B-E224-C0D4-B214396C10C7}"/>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5" name="Footer Placeholder 4">
            <a:extLst>
              <a:ext uri="{FF2B5EF4-FFF2-40B4-BE49-F238E27FC236}">
                <a16:creationId xmlns:a16="http://schemas.microsoft.com/office/drawing/2014/main" id="{7F3FB88F-7EC3-C0E4-52EC-D4522AFD1F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3C885F-FCE4-68CB-468D-4C77D330D513}"/>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76178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380EE-AAF5-66A3-7C5D-55C26A80A0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A2468D-5463-51C6-B744-4B39CC7E728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2F0AE1-457A-F4C4-854B-38318E86081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77F42A3-9809-24FB-9587-1120A78C5079}"/>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6" name="Footer Placeholder 5">
            <a:extLst>
              <a:ext uri="{FF2B5EF4-FFF2-40B4-BE49-F238E27FC236}">
                <a16:creationId xmlns:a16="http://schemas.microsoft.com/office/drawing/2014/main" id="{A47DD869-07DD-2F65-0B65-59F49CB124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DB346EA-4AB8-D399-761C-F072043A4AE9}"/>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5116842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DFF49-9473-30A9-5C9D-464C0FC5807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F1CA596-6EC8-4B48-F0E5-D741EE5AE8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68F5210-2E81-114E-746A-9F58277329E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7FAC2FE-673A-A7F6-C32C-031C4509058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8E57F1-DF4E-80EB-6BF1-B9230BE30AE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2A41F46-D38C-EEEC-0DFF-76CE34C9C4F0}"/>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8" name="Footer Placeholder 7">
            <a:extLst>
              <a:ext uri="{FF2B5EF4-FFF2-40B4-BE49-F238E27FC236}">
                <a16:creationId xmlns:a16="http://schemas.microsoft.com/office/drawing/2014/main" id="{D8426D79-A06D-5A4E-6356-3E78E62D0A4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8464C01-E52B-D02D-26F5-84E9607A1818}"/>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2074633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5B03AF-09C4-5378-B7DB-79924B5D432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ED96A0D-6EA3-92BA-ED57-8363DF832AB9}"/>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4" name="Footer Placeholder 3">
            <a:extLst>
              <a:ext uri="{FF2B5EF4-FFF2-40B4-BE49-F238E27FC236}">
                <a16:creationId xmlns:a16="http://schemas.microsoft.com/office/drawing/2014/main" id="{E704E8C6-83AD-F4FC-6CFF-1C845B55F00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7E4FC98-DFA9-2B9F-2F98-23836C81E9C3}"/>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7224403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F6CD48E-5524-3854-8F0C-3F362A42A8E9}"/>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3" name="Footer Placeholder 2">
            <a:extLst>
              <a:ext uri="{FF2B5EF4-FFF2-40B4-BE49-F238E27FC236}">
                <a16:creationId xmlns:a16="http://schemas.microsoft.com/office/drawing/2014/main" id="{5B8A00A9-A57B-B49A-7948-EE7525BF01F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17B6E89-3DC9-F08D-73C5-A25887C164C4}"/>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9657606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9EEF9-1592-351B-446D-8A13872F9F5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1D494FA-DEE8-3C4C-316F-7C4FD7C242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36BF9F6-8E72-99C5-58CF-C3830D806F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99BDC1-36FC-EA54-EED4-4F6D5290EC26}"/>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6" name="Footer Placeholder 5">
            <a:extLst>
              <a:ext uri="{FF2B5EF4-FFF2-40B4-BE49-F238E27FC236}">
                <a16:creationId xmlns:a16="http://schemas.microsoft.com/office/drawing/2014/main" id="{FF87BE75-4D35-C4E0-ED8E-591733DEC57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FC918C0-B4EF-1A31-D863-0B4DDD0A55FE}"/>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6568218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3B5E8-9AF6-C19C-02FA-7C2BBACACCA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66D39B9-558C-36BD-FF6D-334F37A87B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D0F4D92-2E6C-8EAD-070C-A6ECD9EFC4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D1FA70D-1E18-EC42-6292-1A72F7050196}"/>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6" name="Footer Placeholder 5">
            <a:extLst>
              <a:ext uri="{FF2B5EF4-FFF2-40B4-BE49-F238E27FC236}">
                <a16:creationId xmlns:a16="http://schemas.microsoft.com/office/drawing/2014/main" id="{B069B07D-A2AD-69D1-720C-D738ED635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6966A5-09E2-CC7D-EBDE-4792B11B508E}"/>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1342461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63D29-8CF8-B022-81B6-921ED7D22B1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BAB676C-D320-3737-4F07-DB27A12535E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EF7C1D-0E25-CF6F-527A-D39B7D9E0B60}"/>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5" name="Footer Placeholder 4">
            <a:extLst>
              <a:ext uri="{FF2B5EF4-FFF2-40B4-BE49-F238E27FC236}">
                <a16:creationId xmlns:a16="http://schemas.microsoft.com/office/drawing/2014/main" id="{23A7C53F-DA21-E6E4-3729-0D72DFC151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7B7612-C7B8-10E3-4F95-3A33D650A721}"/>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4277956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F84D4D0-9128-6382-C400-020905416BA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CBC4CB8-39D4-7658-9A48-728842E1170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731E53E-26EA-B7F1-A395-780F342474DA}"/>
              </a:ext>
            </a:extLst>
          </p:cNvPr>
          <p:cNvSpPr>
            <a:spLocks noGrp="1"/>
          </p:cNvSpPr>
          <p:nvPr>
            <p:ph type="dt" sz="half" idx="10"/>
          </p:nvPr>
        </p:nvSpPr>
        <p:spPr/>
        <p:txBody>
          <a:bodyPr/>
          <a:lstStyle/>
          <a:p>
            <a:fld id="{7D92D934-C1E1-4F35-8ECC-9972AA97D066}" type="datetimeFigureOut">
              <a:rPr lang="en-US" smtClean="0"/>
              <a:t>11/20/2025</a:t>
            </a:fld>
            <a:endParaRPr lang="en-US"/>
          </a:p>
        </p:txBody>
      </p:sp>
      <p:sp>
        <p:nvSpPr>
          <p:cNvPr id="5" name="Footer Placeholder 4">
            <a:extLst>
              <a:ext uri="{FF2B5EF4-FFF2-40B4-BE49-F238E27FC236}">
                <a16:creationId xmlns:a16="http://schemas.microsoft.com/office/drawing/2014/main" id="{B8D74A16-D303-3852-EF74-34605D0B3F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3AD7459-B47F-E540-47EE-E6ED075F4004}"/>
              </a:ext>
            </a:extLst>
          </p:cNvPr>
          <p:cNvSpPr>
            <a:spLocks noGrp="1"/>
          </p:cNvSpPr>
          <p:nvPr>
            <p:ph type="sldNum" sz="quarter" idx="12"/>
          </p:nvPr>
        </p:nvSpPr>
        <p:spPr/>
        <p:txBody>
          <a:bodyPr/>
          <a:lstStyle/>
          <a:p>
            <a:fld id="{F92C93D0-8EBE-4919-8734-2FDE6BB59DDE}" type="slidenum">
              <a:rPr lang="en-US" smtClean="0"/>
              <a:t>‹#›</a:t>
            </a:fld>
            <a:endParaRPr lang="en-US"/>
          </a:p>
        </p:txBody>
      </p:sp>
    </p:spTree>
    <p:extLst>
      <p:ext uri="{BB962C8B-B14F-4D97-AF65-F5344CB8AC3E}">
        <p14:creationId xmlns:p14="http://schemas.microsoft.com/office/powerpoint/2010/main" val="32894332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1A572F0-B264-CB1C-2058-5C1027E2B71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63A8155-C30A-4B93-1C6D-BFE97B5DEED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06F00B-58B9-A649-3040-22B69F4D38D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D92D934-C1E1-4F35-8ECC-9972AA97D066}" type="datetimeFigureOut">
              <a:rPr lang="en-US" smtClean="0"/>
              <a:t>11/20/2025</a:t>
            </a:fld>
            <a:endParaRPr lang="en-US"/>
          </a:p>
        </p:txBody>
      </p:sp>
      <p:sp>
        <p:nvSpPr>
          <p:cNvPr id="5" name="Footer Placeholder 4">
            <a:extLst>
              <a:ext uri="{FF2B5EF4-FFF2-40B4-BE49-F238E27FC236}">
                <a16:creationId xmlns:a16="http://schemas.microsoft.com/office/drawing/2014/main" id="{A149BEC3-38B8-7B8F-2169-73468413D7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ADA6FC5-A36F-262B-FB0D-5FAE12AD0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92C93D0-8EBE-4919-8734-2FDE6BB59DDE}" type="slidenum">
              <a:rPr lang="en-US" smtClean="0"/>
              <a:t>‹#›</a:t>
            </a:fld>
            <a:endParaRPr lang="en-US"/>
          </a:p>
        </p:txBody>
      </p:sp>
    </p:spTree>
    <p:extLst>
      <p:ext uri="{BB962C8B-B14F-4D97-AF65-F5344CB8AC3E}">
        <p14:creationId xmlns:p14="http://schemas.microsoft.com/office/powerpoint/2010/main" val="9767190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4.jpeg"/><Relationship Id="rId7" Type="http://schemas.openxmlformats.org/officeDocument/2006/relationships/diagramColors" Target="../diagrams/colors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A3C89F8-0D2F-47FF-B903-151248265F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flip="none" rotWithShape="1">
            <a:gsLst>
              <a:gs pos="0">
                <a:schemeClr val="accent1"/>
              </a:gs>
              <a:gs pos="100000">
                <a:schemeClr val="accent2"/>
              </a:gs>
            </a:gsLst>
            <a:lin ang="81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id="{4501A975-1F0A-263E-A896-4FD4B5522AD2}"/>
              </a:ext>
            </a:extLst>
          </p:cNvPr>
          <p:cNvSpPr>
            <a:spLocks noGrp="1"/>
          </p:cNvSpPr>
          <p:nvPr>
            <p:ph type="ctrTitle"/>
          </p:nvPr>
        </p:nvSpPr>
        <p:spPr>
          <a:xfrm>
            <a:off x="3880430" y="583345"/>
            <a:ext cx="7160357" cy="4164820"/>
          </a:xfrm>
        </p:spPr>
        <p:txBody>
          <a:bodyPr anchor="t">
            <a:normAutofit/>
          </a:bodyPr>
          <a:lstStyle/>
          <a:p>
            <a:pPr algn="r"/>
            <a:r>
              <a:rPr lang="en-US" sz="8000">
                <a:solidFill>
                  <a:srgbClr val="FFFFFF"/>
                </a:solidFill>
              </a:rPr>
              <a:t>Moviemeter</a:t>
            </a:r>
          </a:p>
        </p:txBody>
      </p:sp>
      <p:sp>
        <p:nvSpPr>
          <p:cNvPr id="3" name="Subtitle 2">
            <a:extLst>
              <a:ext uri="{FF2B5EF4-FFF2-40B4-BE49-F238E27FC236}">
                <a16:creationId xmlns:a16="http://schemas.microsoft.com/office/drawing/2014/main" id="{28DF4B77-5B52-A1FF-EF98-1F67EB7FF96E}"/>
              </a:ext>
            </a:extLst>
          </p:cNvPr>
          <p:cNvSpPr>
            <a:spLocks noGrp="1"/>
          </p:cNvSpPr>
          <p:nvPr>
            <p:ph type="subTitle" idx="1"/>
          </p:nvPr>
        </p:nvSpPr>
        <p:spPr>
          <a:xfrm>
            <a:off x="1208228" y="5972174"/>
            <a:ext cx="8578699" cy="504825"/>
          </a:xfrm>
        </p:spPr>
        <p:txBody>
          <a:bodyPr>
            <a:normAutofit/>
          </a:bodyPr>
          <a:lstStyle/>
          <a:p>
            <a:pPr algn="l"/>
            <a:r>
              <a:rPr lang="en-US" sz="2000">
                <a:solidFill>
                  <a:srgbClr val="FFFFFF"/>
                </a:solidFill>
              </a:rPr>
              <a:t>By: Hunter Smith, Guillermo Flores, Darien Walker</a:t>
            </a:r>
          </a:p>
        </p:txBody>
      </p:sp>
      <p:sp>
        <p:nvSpPr>
          <p:cNvPr id="10" name="Graphic 13">
            <a:extLst>
              <a:ext uri="{FF2B5EF4-FFF2-40B4-BE49-F238E27FC236}">
                <a16:creationId xmlns:a16="http://schemas.microsoft.com/office/drawing/2014/main" id="{C5CB530E-515E-412C-9DF1-5F8FFBD6F3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74359" y="583345"/>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rgbClr val="FFFFFF"/>
          </a:solidFill>
          <a:ln w="603" cap="flat">
            <a:noFill/>
            <a:prstDash val="solid"/>
            <a:miter/>
          </a:ln>
        </p:spPr>
        <p:txBody>
          <a:bodyPr rtlCol="0" anchor="ctr"/>
          <a:lstStyle/>
          <a:p>
            <a:endParaRPr lang="en-US">
              <a:solidFill>
                <a:srgbClr val="FFFFFF"/>
              </a:solidFill>
            </a:endParaRPr>
          </a:p>
        </p:txBody>
      </p:sp>
      <p:sp>
        <p:nvSpPr>
          <p:cNvPr id="12" name="Graphic 12">
            <a:extLst>
              <a:ext uri="{FF2B5EF4-FFF2-40B4-BE49-F238E27FC236}">
                <a16:creationId xmlns:a16="http://schemas.microsoft.com/office/drawing/2014/main" id="{712D4376-A578-4FF1-94FC-245E7A6A48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33139" y="812640"/>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rgbClr val="FFFFFF"/>
          </a:solidFill>
          <a:ln w="422" cap="flat">
            <a:noFill/>
            <a:prstDash val="solid"/>
            <a:miter/>
          </a:ln>
        </p:spPr>
        <p:txBody>
          <a:bodyPr rtlCol="0" anchor="ctr"/>
          <a:lstStyle/>
          <a:p>
            <a:endParaRPr lang="en-US">
              <a:solidFill>
                <a:srgbClr val="FFFFFF"/>
              </a:solidFill>
            </a:endParaRPr>
          </a:p>
        </p:txBody>
      </p:sp>
      <p:sp>
        <p:nvSpPr>
          <p:cNvPr id="14" name="Graphic 15">
            <a:extLst>
              <a:ext uri="{FF2B5EF4-FFF2-40B4-BE49-F238E27FC236}">
                <a16:creationId xmlns:a16="http://schemas.microsoft.com/office/drawing/2014/main" id="{AEA7509D-F04F-40CB-A0B3-EEF16499C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58819" y="1037066"/>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rgbClr val="FFFFFF"/>
          </a:solidFill>
          <a:ln w="610" cap="flat">
            <a:noFill/>
            <a:prstDash val="solid"/>
            <a:miter/>
          </a:ln>
        </p:spPr>
        <p:txBody>
          <a:bodyPr rtlCol="0" anchor="ctr"/>
          <a:lstStyle/>
          <a:p>
            <a:endParaRPr lang="en-US">
              <a:solidFill>
                <a:srgbClr val="FFFFFF"/>
              </a:solidFill>
            </a:endParaRPr>
          </a:p>
        </p:txBody>
      </p:sp>
      <p:cxnSp>
        <p:nvCxnSpPr>
          <p:cNvPr id="16" name="Straight Connector 15">
            <a:extLst>
              <a:ext uri="{FF2B5EF4-FFF2-40B4-BE49-F238E27FC236}">
                <a16:creationId xmlns:a16="http://schemas.microsoft.com/office/drawing/2014/main" id="{56020367-4FD5-4596-8E10-C5F095CD8D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56114" y="3503032"/>
            <a:ext cx="0" cy="3346090"/>
          </a:xfrm>
          <a:prstGeom prst="line">
            <a:avLst/>
          </a:prstGeom>
          <a:ln w="25400" cap="sq">
            <a:solidFill>
              <a:srgbClr val="FFFFFF"/>
            </a:solidFill>
            <a:bevel/>
          </a:ln>
        </p:spPr>
        <p:style>
          <a:lnRef idx="1">
            <a:schemeClr val="accent1"/>
          </a:lnRef>
          <a:fillRef idx="0">
            <a:schemeClr val="accent1"/>
          </a:fillRef>
          <a:effectRef idx="0">
            <a:schemeClr val="accent1"/>
          </a:effectRef>
          <a:fontRef idx="minor">
            <a:schemeClr val="tx1"/>
          </a:fontRef>
        </p:style>
      </p:cxnSp>
      <p:sp>
        <p:nvSpPr>
          <p:cNvPr id="18" name="Graphic 22">
            <a:extLst>
              <a:ext uri="{FF2B5EF4-FFF2-40B4-BE49-F238E27FC236}">
                <a16:creationId xmlns:a16="http://schemas.microsoft.com/office/drawing/2014/main" id="{508BEF50-7B1E-49A4-BC19-5F4F1D755E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36425" y="5636680"/>
            <a:ext cx="151536" cy="151536"/>
          </a:xfrm>
          <a:custGeom>
            <a:avLst/>
            <a:gdLst>
              <a:gd name="connsiteX0" fmla="*/ 141251 w 151536"/>
              <a:gd name="connsiteY0" fmla="*/ 65483 h 151536"/>
              <a:gd name="connsiteX1" fmla="*/ 86053 w 151536"/>
              <a:gd name="connsiteY1" fmla="*/ 65483 h 151536"/>
              <a:gd name="connsiteX2" fmla="*/ 86053 w 151536"/>
              <a:gd name="connsiteY2" fmla="*/ 10285 h 151536"/>
              <a:gd name="connsiteX3" fmla="*/ 75768 w 151536"/>
              <a:gd name="connsiteY3" fmla="*/ 0 h 151536"/>
              <a:gd name="connsiteX4" fmla="*/ 65483 w 151536"/>
              <a:gd name="connsiteY4" fmla="*/ 10285 h 151536"/>
              <a:gd name="connsiteX5" fmla="*/ 65483 w 151536"/>
              <a:gd name="connsiteY5" fmla="*/ 65483 h 151536"/>
              <a:gd name="connsiteX6" fmla="*/ 10285 w 151536"/>
              <a:gd name="connsiteY6" fmla="*/ 65483 h 151536"/>
              <a:gd name="connsiteX7" fmla="*/ 0 w 151536"/>
              <a:gd name="connsiteY7" fmla="*/ 75768 h 151536"/>
              <a:gd name="connsiteX8" fmla="*/ 10285 w 151536"/>
              <a:gd name="connsiteY8" fmla="*/ 86053 h 151536"/>
              <a:gd name="connsiteX9" fmla="*/ 65483 w 151536"/>
              <a:gd name="connsiteY9" fmla="*/ 86053 h 151536"/>
              <a:gd name="connsiteX10" fmla="*/ 65483 w 151536"/>
              <a:gd name="connsiteY10" fmla="*/ 141251 h 151536"/>
              <a:gd name="connsiteX11" fmla="*/ 75768 w 151536"/>
              <a:gd name="connsiteY11" fmla="*/ 151536 h 151536"/>
              <a:gd name="connsiteX12" fmla="*/ 86053 w 151536"/>
              <a:gd name="connsiteY12" fmla="*/ 141251 h 151536"/>
              <a:gd name="connsiteX13" fmla="*/ 86053 w 151536"/>
              <a:gd name="connsiteY13" fmla="*/ 86053 h 151536"/>
              <a:gd name="connsiteX14" fmla="*/ 141251 w 151536"/>
              <a:gd name="connsiteY14" fmla="*/ 86053 h 151536"/>
              <a:gd name="connsiteX15" fmla="*/ 151536 w 151536"/>
              <a:gd name="connsiteY15" fmla="*/ 75768 h 151536"/>
              <a:gd name="connsiteX16" fmla="*/ 141251 w 151536"/>
              <a:gd name="connsiteY16" fmla="*/ 65483 h 151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1536" h="151536">
                <a:moveTo>
                  <a:pt x="141251" y="65483"/>
                </a:moveTo>
                <a:lnTo>
                  <a:pt x="86053" y="65483"/>
                </a:lnTo>
                <a:lnTo>
                  <a:pt x="86053" y="10285"/>
                </a:lnTo>
                <a:cubicBezTo>
                  <a:pt x="86053" y="4605"/>
                  <a:pt x="81448" y="0"/>
                  <a:pt x="75768" y="0"/>
                </a:cubicBezTo>
                <a:cubicBezTo>
                  <a:pt x="70088" y="0"/>
                  <a:pt x="65483" y="4605"/>
                  <a:pt x="65483" y="10285"/>
                </a:cubicBezTo>
                <a:lnTo>
                  <a:pt x="65483" y="65483"/>
                </a:lnTo>
                <a:lnTo>
                  <a:pt x="10285" y="65483"/>
                </a:lnTo>
                <a:cubicBezTo>
                  <a:pt x="4605" y="65483"/>
                  <a:pt x="0" y="70088"/>
                  <a:pt x="0" y="75768"/>
                </a:cubicBezTo>
                <a:cubicBezTo>
                  <a:pt x="0" y="81448"/>
                  <a:pt x="4605" y="86053"/>
                  <a:pt x="10285" y="86053"/>
                </a:cubicBezTo>
                <a:lnTo>
                  <a:pt x="65483" y="86053"/>
                </a:lnTo>
                <a:lnTo>
                  <a:pt x="65483" y="141251"/>
                </a:lnTo>
                <a:cubicBezTo>
                  <a:pt x="65483" y="146931"/>
                  <a:pt x="70088" y="151536"/>
                  <a:pt x="75768" y="151536"/>
                </a:cubicBezTo>
                <a:cubicBezTo>
                  <a:pt x="81448" y="151536"/>
                  <a:pt x="86053" y="146931"/>
                  <a:pt x="86053" y="141251"/>
                </a:cubicBezTo>
                <a:lnTo>
                  <a:pt x="86053" y="86053"/>
                </a:lnTo>
                <a:lnTo>
                  <a:pt x="141251" y="86053"/>
                </a:lnTo>
                <a:cubicBezTo>
                  <a:pt x="146931" y="86053"/>
                  <a:pt x="151536" y="81448"/>
                  <a:pt x="151536" y="75768"/>
                </a:cubicBezTo>
                <a:cubicBezTo>
                  <a:pt x="151536" y="70088"/>
                  <a:pt x="146931" y="65483"/>
                  <a:pt x="141251" y="65483"/>
                </a:cubicBezTo>
                <a:close/>
              </a:path>
            </a:pathLst>
          </a:custGeom>
          <a:solidFill>
            <a:srgbClr val="FFFFFF"/>
          </a:solidFill>
          <a:ln w="646" cap="flat">
            <a:noFill/>
            <a:prstDash val="solid"/>
            <a:miter/>
          </a:ln>
        </p:spPr>
        <p:txBody>
          <a:bodyPr rtlCol="0" anchor="ctr"/>
          <a:lstStyle/>
          <a:p>
            <a:endParaRPr lang="en-US">
              <a:solidFill>
                <a:srgbClr val="FFFFFF"/>
              </a:solidFill>
            </a:endParaRPr>
          </a:p>
        </p:txBody>
      </p:sp>
      <p:sp>
        <p:nvSpPr>
          <p:cNvPr id="20" name="Graphic 23">
            <a:extLst>
              <a:ext uri="{FF2B5EF4-FFF2-40B4-BE49-F238E27FC236}">
                <a16:creationId xmlns:a16="http://schemas.microsoft.com/office/drawing/2014/main" id="{3FBAD350-5664-4811-A208-657FB882D3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45175" y="6096759"/>
            <a:ext cx="108625" cy="108625"/>
          </a:xfrm>
          <a:custGeom>
            <a:avLst/>
            <a:gdLst>
              <a:gd name="connsiteX0" fmla="*/ 54313 w 108625"/>
              <a:gd name="connsiteY0" fmla="*/ 16053 h 108625"/>
              <a:gd name="connsiteX1" fmla="*/ 92572 w 108625"/>
              <a:gd name="connsiteY1" fmla="*/ 54313 h 108625"/>
              <a:gd name="connsiteX2" fmla="*/ 54313 w 108625"/>
              <a:gd name="connsiteY2" fmla="*/ 92572 h 108625"/>
              <a:gd name="connsiteX3" fmla="*/ 16053 w 108625"/>
              <a:gd name="connsiteY3" fmla="*/ 54313 h 108625"/>
              <a:gd name="connsiteX4" fmla="*/ 54313 w 108625"/>
              <a:gd name="connsiteY4" fmla="*/ 16053 h 108625"/>
              <a:gd name="connsiteX5" fmla="*/ 54313 w 108625"/>
              <a:gd name="connsiteY5" fmla="*/ 0 h 108625"/>
              <a:gd name="connsiteX6" fmla="*/ 0 w 108625"/>
              <a:gd name="connsiteY6" fmla="*/ 54313 h 108625"/>
              <a:gd name="connsiteX7" fmla="*/ 54313 w 108625"/>
              <a:gd name="connsiteY7" fmla="*/ 108625 h 108625"/>
              <a:gd name="connsiteX8" fmla="*/ 108625 w 108625"/>
              <a:gd name="connsiteY8" fmla="*/ 54313 h 108625"/>
              <a:gd name="connsiteX9" fmla="*/ 54313 w 108625"/>
              <a:gd name="connsiteY9" fmla="*/ 0 h 108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8625" h="108625">
                <a:moveTo>
                  <a:pt x="54313" y="16053"/>
                </a:moveTo>
                <a:cubicBezTo>
                  <a:pt x="75442" y="16053"/>
                  <a:pt x="92572" y="33182"/>
                  <a:pt x="92572" y="54313"/>
                </a:cubicBezTo>
                <a:cubicBezTo>
                  <a:pt x="92572" y="75442"/>
                  <a:pt x="75442" y="92572"/>
                  <a:pt x="54313" y="92572"/>
                </a:cubicBezTo>
                <a:cubicBezTo>
                  <a:pt x="33182" y="92572"/>
                  <a:pt x="16053" y="75442"/>
                  <a:pt x="16053" y="54313"/>
                </a:cubicBezTo>
                <a:cubicBezTo>
                  <a:pt x="16074" y="33191"/>
                  <a:pt x="33191" y="16074"/>
                  <a:pt x="54313" y="16053"/>
                </a:cubicBezTo>
                <a:moveTo>
                  <a:pt x="54313" y="0"/>
                </a:moveTo>
                <a:cubicBezTo>
                  <a:pt x="24317" y="0"/>
                  <a:pt x="0" y="24317"/>
                  <a:pt x="0" y="54313"/>
                </a:cubicBezTo>
                <a:cubicBezTo>
                  <a:pt x="0" y="84309"/>
                  <a:pt x="24317" y="108625"/>
                  <a:pt x="54313" y="108625"/>
                </a:cubicBezTo>
                <a:cubicBezTo>
                  <a:pt x="84309" y="108625"/>
                  <a:pt x="108625" y="84309"/>
                  <a:pt x="108625" y="54313"/>
                </a:cubicBezTo>
                <a:cubicBezTo>
                  <a:pt x="108625" y="24317"/>
                  <a:pt x="84309" y="0"/>
                  <a:pt x="54313" y="0"/>
                </a:cubicBezTo>
                <a:close/>
              </a:path>
            </a:pathLst>
          </a:custGeom>
          <a:solidFill>
            <a:srgbClr val="FFFFFF"/>
          </a:solidFill>
          <a:ln w="516" cap="flat">
            <a:noFill/>
            <a:prstDash val="solid"/>
            <a:miter/>
          </a:ln>
        </p:spPr>
        <p:txBody>
          <a:bodyPr rtlCol="0" anchor="ctr"/>
          <a:lstStyle/>
          <a:p>
            <a:endParaRPr lang="en-US">
              <a:solidFill>
                <a:srgbClr val="FFFFFF"/>
              </a:solidFill>
            </a:endParaRPr>
          </a:p>
        </p:txBody>
      </p:sp>
      <p:sp>
        <p:nvSpPr>
          <p:cNvPr id="22" name="Graphic 21">
            <a:extLst>
              <a:ext uri="{FF2B5EF4-FFF2-40B4-BE49-F238E27FC236}">
                <a16:creationId xmlns:a16="http://schemas.microsoft.com/office/drawing/2014/main" id="{C39ADB8F-D187-49D7-BDCF-C1B6DC7270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54288" y="6238029"/>
            <a:ext cx="95759" cy="95759"/>
          </a:xfrm>
          <a:custGeom>
            <a:avLst/>
            <a:gdLst>
              <a:gd name="connsiteX0" fmla="*/ 95759 w 95759"/>
              <a:gd name="connsiteY0" fmla="*/ 47880 h 95759"/>
              <a:gd name="connsiteX1" fmla="*/ 47880 w 95759"/>
              <a:gd name="connsiteY1" fmla="*/ 95759 h 95759"/>
              <a:gd name="connsiteX2" fmla="*/ 0 w 95759"/>
              <a:gd name="connsiteY2" fmla="*/ 47880 h 95759"/>
              <a:gd name="connsiteX3" fmla="*/ 47880 w 95759"/>
              <a:gd name="connsiteY3" fmla="*/ 0 h 95759"/>
              <a:gd name="connsiteX4" fmla="*/ 95759 w 95759"/>
              <a:gd name="connsiteY4" fmla="*/ 47880 h 957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59" h="95759">
                <a:moveTo>
                  <a:pt x="95759" y="47880"/>
                </a:moveTo>
                <a:cubicBezTo>
                  <a:pt x="95759" y="74323"/>
                  <a:pt x="74323" y="95759"/>
                  <a:pt x="47880" y="95759"/>
                </a:cubicBezTo>
                <a:cubicBezTo>
                  <a:pt x="21436" y="95759"/>
                  <a:pt x="0" y="74323"/>
                  <a:pt x="0" y="47880"/>
                </a:cubicBezTo>
                <a:cubicBezTo>
                  <a:pt x="0" y="21436"/>
                  <a:pt x="21436" y="0"/>
                  <a:pt x="47880" y="0"/>
                </a:cubicBezTo>
                <a:cubicBezTo>
                  <a:pt x="74323" y="0"/>
                  <a:pt x="95759" y="21436"/>
                  <a:pt x="95759" y="47880"/>
                </a:cubicBezTo>
                <a:close/>
              </a:path>
            </a:pathLst>
          </a:custGeom>
          <a:solidFill>
            <a:srgbClr val="FFFFFF"/>
          </a:solidFill>
          <a:ln w="469" cap="flat">
            <a:noFill/>
            <a:prstDash val="solid"/>
            <a:miter/>
          </a:ln>
        </p:spPr>
        <p:txBody>
          <a:bodyPr rtlCol="0" anchor="ctr"/>
          <a:lstStyle/>
          <a:p>
            <a:endParaRPr lang="en-US">
              <a:solidFill>
                <a:srgbClr val="FFFFFF"/>
              </a:solidFill>
            </a:endParaRPr>
          </a:p>
        </p:txBody>
      </p:sp>
      <p:pic>
        <p:nvPicPr>
          <p:cNvPr id="1028" name="Picture 4" descr="IMDb's top 20 best rated films of all time! Agree or disagree with this  list? Is there a film that should have cracked top twenty? : r/FIlm">
            <a:extLst>
              <a:ext uri="{FF2B5EF4-FFF2-40B4-BE49-F238E27FC236}">
                <a16:creationId xmlns:a16="http://schemas.microsoft.com/office/drawing/2014/main" id="{E4C7F075-A95C-9FBE-A471-A446D1FE1CE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4039" y="187354"/>
            <a:ext cx="4420075" cy="55250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9124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3C756-8F2A-631C-50E0-E83062DB3A2D}"/>
              </a:ext>
            </a:extLst>
          </p:cNvPr>
          <p:cNvSpPr>
            <a:spLocks noGrp="1"/>
          </p:cNvSpPr>
          <p:nvPr>
            <p:ph type="title"/>
          </p:nvPr>
        </p:nvSpPr>
        <p:spPr>
          <a:xfrm>
            <a:off x="481013" y="3752849"/>
            <a:ext cx="3290887" cy="2452687"/>
          </a:xfrm>
        </p:spPr>
        <p:txBody>
          <a:bodyPr anchor="ctr">
            <a:normAutofit/>
          </a:bodyPr>
          <a:lstStyle/>
          <a:p>
            <a:r>
              <a:rPr lang="en-US" sz="3600"/>
              <a:t>Problem Definition</a:t>
            </a:r>
          </a:p>
        </p:txBody>
      </p:sp>
      <p:pic>
        <p:nvPicPr>
          <p:cNvPr id="1026" name="Picture 2" descr="Too Many Movies, Too Little Time |">
            <a:extLst>
              <a:ext uri="{FF2B5EF4-FFF2-40B4-BE49-F238E27FC236}">
                <a16:creationId xmlns:a16="http://schemas.microsoft.com/office/drawing/2014/main" id="{0EFD3F6E-9684-9D11-8B7A-D2E090AF12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2079" b="6388"/>
          <a:stretch>
            <a:fillRect/>
          </a:stretch>
        </p:blipFill>
        <p:spPr bwMode="auto">
          <a:xfrm>
            <a:off x="20" y="10"/>
            <a:ext cx="12191980" cy="3710603"/>
          </a:xfrm>
          <a:custGeom>
            <a:avLst/>
            <a:gdLst/>
            <a:ahLst/>
            <a:cxnLst/>
            <a:rect l="l" t="t" r="r" b="b"/>
            <a:pathLst>
              <a:path w="12192000" h="3692092">
                <a:moveTo>
                  <a:pt x="0" y="0"/>
                </a:moveTo>
                <a:lnTo>
                  <a:pt x="12192000" y="0"/>
                </a:lnTo>
                <a:lnTo>
                  <a:pt x="12192000" y="3504824"/>
                </a:lnTo>
                <a:lnTo>
                  <a:pt x="12024691" y="3517794"/>
                </a:lnTo>
                <a:cubicBezTo>
                  <a:pt x="8077523" y="3783195"/>
                  <a:pt x="4094678" y="3026959"/>
                  <a:pt x="160485" y="3663863"/>
                </a:cubicBezTo>
                <a:lnTo>
                  <a:pt x="0" y="3692092"/>
                </a:lnTo>
                <a:close/>
              </a:path>
            </a:pathLst>
          </a:cu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6347159A-AA8B-85FF-8E38-91495F744FF1}"/>
              </a:ext>
            </a:extLst>
          </p:cNvPr>
          <p:cNvSpPr>
            <a:spLocks noGrp="1"/>
          </p:cNvSpPr>
          <p:nvPr>
            <p:ph idx="1"/>
          </p:nvPr>
        </p:nvSpPr>
        <p:spPr>
          <a:xfrm>
            <a:off x="4223982" y="3752850"/>
            <a:ext cx="7485413" cy="2452687"/>
          </a:xfrm>
        </p:spPr>
        <p:txBody>
          <a:bodyPr vert="horz" lIns="91440" tIns="45720" rIns="91440" bIns="45720" rtlCol="0" anchor="ctr">
            <a:normAutofit/>
          </a:bodyPr>
          <a:lstStyle/>
          <a:p>
            <a:pPr>
              <a:buNone/>
            </a:pPr>
            <a:r>
              <a:rPr lang="en-US" sz="2000"/>
              <a:t>There is too many movies out there which go under the radar. We don’t want to waste the few free hours searching through a million movies or even worse, watching a bad movie.</a:t>
            </a:r>
          </a:p>
          <a:p>
            <a:pPr>
              <a:buNone/>
            </a:pPr>
            <a:endParaRPr lang="en-US" sz="2000"/>
          </a:p>
          <a:p>
            <a:pPr>
              <a:buNone/>
            </a:pPr>
            <a:r>
              <a:rPr lang="en-US" sz="2000"/>
              <a:t>The goal is to provide a recommendation website that invites the user to find new things they enjoy in an efficient setting.</a:t>
            </a:r>
          </a:p>
          <a:p>
            <a:pPr>
              <a:buNone/>
            </a:pPr>
            <a:endParaRPr lang="en-US" sz="1000">
              <a:latin typeface="Arial"/>
              <a:cs typeface="Arial"/>
            </a:endParaRPr>
          </a:p>
        </p:txBody>
      </p:sp>
    </p:spTree>
    <p:extLst>
      <p:ext uri="{BB962C8B-B14F-4D97-AF65-F5344CB8AC3E}">
        <p14:creationId xmlns:p14="http://schemas.microsoft.com/office/powerpoint/2010/main" val="8209919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D7D3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Yellow question mark">
            <a:extLst>
              <a:ext uri="{FF2B5EF4-FFF2-40B4-BE49-F238E27FC236}">
                <a16:creationId xmlns:a16="http://schemas.microsoft.com/office/drawing/2014/main" id="{B3C86C18-6E9F-0DF9-1B66-1E117AA7D9B4}"/>
              </a:ext>
            </a:extLst>
          </p:cNvPr>
          <p:cNvPicPr>
            <a:picLocks noChangeAspect="1"/>
          </p:cNvPicPr>
          <p:nvPr/>
        </p:nvPicPr>
        <p:blipFill>
          <a:blip r:embed="rId3">
            <a:extLst>
              <a:ext uri="{BEBA8EAE-BF5A-486C-A8C5-ECC9F3942E4B}">
                <a14:imgProps xmlns:a14="http://schemas.microsoft.com/office/drawing/2010/main">
                  <a14:imgLayer r:embed="rId4">
                    <a14:imgEffect>
                      <a14:brightnessContrast contrast="-27000"/>
                    </a14:imgEffect>
                  </a14:imgLayer>
                </a14:imgProps>
              </a:ext>
            </a:extLst>
          </a:blip>
          <a:srcRect l="211" t="-352" r="-254" b="6549"/>
          <a:stretch>
            <a:fillRect/>
          </a:stretch>
        </p:blipFill>
        <p:spPr>
          <a:xfrm>
            <a:off x="2101" y="9"/>
            <a:ext cx="12197156" cy="6861866"/>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EA7B1C0-ACBE-5B85-AD51-1025E455B671}"/>
              </a:ext>
            </a:extLst>
          </p:cNvPr>
          <p:cNvSpPr>
            <a:spLocks noGrp="1"/>
          </p:cNvSpPr>
          <p:nvPr>
            <p:ph type="title"/>
          </p:nvPr>
        </p:nvSpPr>
        <p:spPr>
          <a:xfrm>
            <a:off x="-2103120" y="-2470977"/>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5200">
                <a:solidFill>
                  <a:srgbClr val="FFFFFF"/>
                </a:solidFill>
              </a:rPr>
              <a:t>Solution?</a:t>
            </a:r>
          </a:p>
        </p:txBody>
      </p:sp>
    </p:spTree>
    <p:extLst>
      <p:ext uri="{BB962C8B-B14F-4D97-AF65-F5344CB8AC3E}">
        <p14:creationId xmlns:p14="http://schemas.microsoft.com/office/powerpoint/2010/main" val="23872323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12F9FC-7347-C4AA-FEA6-BE6A17550878}"/>
              </a:ext>
            </a:extLst>
          </p:cNvPr>
          <p:cNvSpPr>
            <a:spLocks noGrp="1"/>
          </p:cNvSpPr>
          <p:nvPr>
            <p:ph type="title"/>
          </p:nvPr>
        </p:nvSpPr>
        <p:spPr/>
        <p:txBody>
          <a:bodyPr/>
          <a:lstStyle/>
          <a:p>
            <a:r>
              <a:rPr lang="en-US"/>
              <a:t>AI Methods and Methodology</a:t>
            </a:r>
          </a:p>
        </p:txBody>
      </p:sp>
      <p:sp>
        <p:nvSpPr>
          <p:cNvPr id="3" name="Content Placeholder 2">
            <a:extLst>
              <a:ext uri="{FF2B5EF4-FFF2-40B4-BE49-F238E27FC236}">
                <a16:creationId xmlns:a16="http://schemas.microsoft.com/office/drawing/2014/main" id="{8C2ADA0D-3EF2-7A88-6311-1F3D1564B422}"/>
              </a:ext>
            </a:extLst>
          </p:cNvPr>
          <p:cNvSpPr>
            <a:spLocks noGrp="1"/>
          </p:cNvSpPr>
          <p:nvPr>
            <p:ph idx="1"/>
          </p:nvPr>
        </p:nvSpPr>
        <p:spPr>
          <a:xfrm>
            <a:off x="838200" y="1801812"/>
            <a:ext cx="10515600" cy="4351338"/>
          </a:xfrm>
        </p:spPr>
        <p:txBody>
          <a:bodyPr vert="horz" lIns="91440" tIns="45720" rIns="91440" bIns="45720" rtlCol="0" anchor="t">
            <a:normAutofit/>
          </a:bodyPr>
          <a:lstStyle/>
          <a:p>
            <a:r>
              <a:rPr lang="en-US" b="1"/>
              <a:t>Scalable storage:</a:t>
            </a:r>
            <a:r>
              <a:rPr lang="en-US"/>
              <a:t> </a:t>
            </a:r>
            <a:r>
              <a:rPr lang="en-US" err="1"/>
              <a:t>Supabase</a:t>
            </a:r>
            <a:r>
              <a:rPr lang="en-US"/>
              <a:t> enables reliable retrieval and deployment of recommendation data.</a:t>
            </a:r>
          </a:p>
          <a:p>
            <a:r>
              <a:rPr lang="en-US" b="1"/>
              <a:t>Collaborative filtering (SVD)</a:t>
            </a:r>
            <a:r>
              <a:rPr lang="en-US"/>
              <a:t> effectively extracts underlying user–movie preference patterns.</a:t>
            </a:r>
          </a:p>
          <a:p>
            <a:r>
              <a:rPr lang="en-US" b="1"/>
              <a:t>Automated training and batch insertion</a:t>
            </a:r>
            <a:r>
              <a:rPr lang="en-US"/>
              <a:t> support periodic refresh cycles for evolving user interactions.</a:t>
            </a:r>
          </a:p>
          <a:p>
            <a:r>
              <a:rPr lang="en-US" b="1"/>
              <a:t>Efficient preprocessing and batching</a:t>
            </a:r>
            <a:r>
              <a:rPr lang="en-US"/>
              <a:t> ensure low computational overhead and maintainability.</a:t>
            </a:r>
          </a:p>
          <a:p>
            <a:endParaRPr lang="en-US"/>
          </a:p>
        </p:txBody>
      </p:sp>
    </p:spTree>
    <p:extLst>
      <p:ext uri="{BB962C8B-B14F-4D97-AF65-F5344CB8AC3E}">
        <p14:creationId xmlns:p14="http://schemas.microsoft.com/office/powerpoint/2010/main" val="5818200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2BD2C1-A5D1-8E12-153C-580D249338E2}"/>
              </a:ext>
            </a:extLst>
          </p:cNvPr>
          <p:cNvSpPr>
            <a:spLocks noGrp="1"/>
          </p:cNvSpPr>
          <p:nvPr>
            <p:ph type="title"/>
          </p:nvPr>
        </p:nvSpPr>
        <p:spPr/>
        <p:txBody>
          <a:bodyPr/>
          <a:lstStyle/>
          <a:p>
            <a:r>
              <a:rPr lang="en-US"/>
              <a:t>Scoring</a:t>
            </a:r>
          </a:p>
        </p:txBody>
      </p:sp>
      <p:sp>
        <p:nvSpPr>
          <p:cNvPr id="3" name="Content Placeholder 2">
            <a:extLst>
              <a:ext uri="{FF2B5EF4-FFF2-40B4-BE49-F238E27FC236}">
                <a16:creationId xmlns:a16="http://schemas.microsoft.com/office/drawing/2014/main" id="{AEDF5BFD-E5AD-4DF2-937C-1F7E0DB073E0}"/>
              </a:ext>
            </a:extLst>
          </p:cNvPr>
          <p:cNvSpPr>
            <a:spLocks noGrp="1"/>
          </p:cNvSpPr>
          <p:nvPr>
            <p:ph idx="1"/>
          </p:nvPr>
        </p:nvSpPr>
        <p:spPr/>
        <p:txBody>
          <a:bodyPr/>
          <a:lstStyle/>
          <a:p>
            <a:pPr marL="0" indent="0">
              <a:buNone/>
            </a:pPr>
            <a:r>
              <a:rPr lang="en-US" b="1"/>
              <a:t>Collaborative Filtering via SVD (from Surprise library)</a:t>
            </a:r>
          </a:p>
          <a:p>
            <a:r>
              <a:rPr lang="en-US"/>
              <a:t>This learns user preferences from your </a:t>
            </a:r>
            <a:r>
              <a:rPr lang="en-US" b="1" err="1"/>
              <a:t>liked_movies</a:t>
            </a:r>
            <a:r>
              <a:rPr lang="en-US"/>
              <a:t> table.</a:t>
            </a:r>
          </a:p>
          <a:p>
            <a:pPr marL="0" indent="0">
              <a:buNone/>
            </a:pPr>
            <a:r>
              <a:rPr lang="en-US" b="1"/>
              <a:t>Content &amp; popularity signals</a:t>
            </a:r>
          </a:p>
          <a:p>
            <a:r>
              <a:rPr lang="en-US"/>
              <a:t>These come from TMDB rating and genre overlap.</a:t>
            </a:r>
          </a:p>
          <a:p>
            <a:pPr marL="0" indent="0">
              <a:buNone/>
            </a:pPr>
            <a:r>
              <a:rPr lang="en-US" b="1"/>
              <a:t>Hybrid scoring</a:t>
            </a:r>
          </a:p>
          <a:p>
            <a:r>
              <a:rPr lang="en-US"/>
              <a:t>All three (SVD + genre + TMDB rating) are blended to produce the final recommendation score.</a:t>
            </a:r>
          </a:p>
          <a:p>
            <a:endParaRPr lang="en-US"/>
          </a:p>
        </p:txBody>
      </p:sp>
    </p:spTree>
    <p:extLst>
      <p:ext uri="{BB962C8B-B14F-4D97-AF65-F5344CB8AC3E}">
        <p14:creationId xmlns:p14="http://schemas.microsoft.com/office/powerpoint/2010/main" val="29355668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descr="A close-up of a wave of dots&#10;&#10;AI-generated content may be incorrect.">
            <a:extLst>
              <a:ext uri="{FF2B5EF4-FFF2-40B4-BE49-F238E27FC236}">
                <a16:creationId xmlns:a16="http://schemas.microsoft.com/office/drawing/2014/main" id="{3A46B340-43DF-144D-EB99-472EE2195235}"/>
              </a:ext>
            </a:extLst>
          </p:cNvPr>
          <p:cNvPicPr>
            <a:picLocks noChangeAspect="1"/>
          </p:cNvPicPr>
          <p:nvPr/>
        </p:nvPicPr>
        <p:blipFill>
          <a:blip r:embed="rId3">
            <a:duotone>
              <a:schemeClr val="bg2">
                <a:shade val="45000"/>
                <a:satMod val="135000"/>
              </a:schemeClr>
              <a:prstClr val="white"/>
            </a:duotone>
          </a:blip>
          <a:srcRect/>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F38EFC-D39D-9AD2-7227-26B31AA23308}"/>
              </a:ext>
            </a:extLst>
          </p:cNvPr>
          <p:cNvSpPr>
            <a:spLocks noGrp="1"/>
          </p:cNvSpPr>
          <p:nvPr>
            <p:ph type="title"/>
          </p:nvPr>
        </p:nvSpPr>
        <p:spPr>
          <a:xfrm>
            <a:off x="838200" y="365125"/>
            <a:ext cx="10515600" cy="1325563"/>
          </a:xfrm>
        </p:spPr>
        <p:txBody>
          <a:bodyPr>
            <a:normAutofit/>
          </a:bodyPr>
          <a:lstStyle/>
          <a:p>
            <a:r>
              <a:rPr lang="en-US"/>
              <a:t>How the Hybrid Model works ?</a:t>
            </a:r>
          </a:p>
        </p:txBody>
      </p:sp>
      <p:graphicFrame>
        <p:nvGraphicFramePr>
          <p:cNvPr id="5" name="Content Placeholder 2">
            <a:extLst>
              <a:ext uri="{FF2B5EF4-FFF2-40B4-BE49-F238E27FC236}">
                <a16:creationId xmlns:a16="http://schemas.microsoft.com/office/drawing/2014/main" id="{F62BFF23-2D5E-2174-BD64-3EA000B56E3E}"/>
              </a:ext>
            </a:extLst>
          </p:cNvPr>
          <p:cNvGraphicFramePr>
            <a:graphicFrameLocks noGrp="1"/>
          </p:cNvGraphicFramePr>
          <p:nvPr>
            <p:ph idx="1"/>
            <p:extLst>
              <p:ext uri="{D42A27DB-BD31-4B8C-83A1-F6EECF244321}">
                <p14:modId xmlns:p14="http://schemas.microsoft.com/office/powerpoint/2010/main" val="195249609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8440502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2485C9-1ACB-5C7F-C2BA-0D778D66B38E}"/>
              </a:ext>
            </a:extLst>
          </p:cNvPr>
          <p:cNvSpPr>
            <a:spLocks noGrp="1"/>
          </p:cNvSpPr>
          <p:nvPr>
            <p:ph type="title"/>
          </p:nvPr>
        </p:nvSpPr>
        <p:spPr/>
        <p:txBody>
          <a:bodyPr/>
          <a:lstStyle/>
          <a:p>
            <a:r>
              <a:rPr lang="en-US"/>
              <a:t>Analysis on Effectiveness of Hybrid Movie System</a:t>
            </a:r>
          </a:p>
        </p:txBody>
      </p:sp>
      <p:sp>
        <p:nvSpPr>
          <p:cNvPr id="3" name="Content Placeholder 2">
            <a:extLst>
              <a:ext uri="{FF2B5EF4-FFF2-40B4-BE49-F238E27FC236}">
                <a16:creationId xmlns:a16="http://schemas.microsoft.com/office/drawing/2014/main" id="{17F8026F-DF82-9E1E-7EBF-AF1B31D993D9}"/>
              </a:ext>
            </a:extLst>
          </p:cNvPr>
          <p:cNvSpPr>
            <a:spLocks noGrp="1"/>
          </p:cNvSpPr>
          <p:nvPr>
            <p:ph idx="1"/>
          </p:nvPr>
        </p:nvSpPr>
        <p:spPr/>
        <p:txBody>
          <a:bodyPr/>
          <a:lstStyle/>
          <a:p>
            <a:r>
              <a:rPr lang="en-US" b="1"/>
              <a:t>Accuracy of predictions</a:t>
            </a:r>
            <a:r>
              <a:rPr lang="en-US"/>
              <a:t> generated by the SVD model</a:t>
            </a:r>
          </a:p>
          <a:p>
            <a:r>
              <a:rPr lang="en-US" b="1"/>
              <a:t>Quality of recommended movies</a:t>
            </a:r>
            <a:r>
              <a:rPr lang="en-US"/>
              <a:t> for different types of users</a:t>
            </a:r>
          </a:p>
          <a:p>
            <a:r>
              <a:rPr lang="en-US" b="1"/>
              <a:t>Coverage</a:t>
            </a:r>
            <a:r>
              <a:rPr lang="en-US"/>
              <a:t> — whether the system recommends movies across many genres</a:t>
            </a:r>
          </a:p>
          <a:p>
            <a:r>
              <a:rPr lang="en-US" b="1"/>
              <a:t>Novelty</a:t>
            </a:r>
            <a:r>
              <a:rPr lang="en-US"/>
              <a:t> — ensuring movies the user already liked are excluded</a:t>
            </a:r>
          </a:p>
          <a:p>
            <a:r>
              <a:rPr lang="en-US" b="1"/>
              <a:t>Performance</a:t>
            </a:r>
            <a:r>
              <a:rPr lang="en-US"/>
              <a:t> — runtime and scalability when analyzing large TMDB datasets</a:t>
            </a:r>
          </a:p>
          <a:p>
            <a:endParaRPr lang="en-US"/>
          </a:p>
        </p:txBody>
      </p:sp>
    </p:spTree>
    <p:extLst>
      <p:ext uri="{BB962C8B-B14F-4D97-AF65-F5344CB8AC3E}">
        <p14:creationId xmlns:p14="http://schemas.microsoft.com/office/powerpoint/2010/main" val="20030233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4" name="Rectangle 63">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65" name="Arc 64">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10487B1F-9F45-6FD8-1993-DAD77DE686F3}"/>
              </a:ext>
            </a:extLst>
          </p:cNvPr>
          <p:cNvSpPr>
            <a:spLocks noGrp="1"/>
          </p:cNvSpPr>
          <p:nvPr>
            <p:ph type="title"/>
          </p:nvPr>
        </p:nvSpPr>
        <p:spPr>
          <a:xfrm>
            <a:off x="5894962" y="479493"/>
            <a:ext cx="5458838" cy="1325563"/>
          </a:xfrm>
        </p:spPr>
        <p:txBody>
          <a:bodyPr>
            <a:normAutofit/>
          </a:bodyPr>
          <a:lstStyle/>
          <a:p>
            <a:r>
              <a:rPr lang="en-US" b="1"/>
              <a:t>Accuracy of Predictions</a:t>
            </a:r>
            <a:endParaRPr lang="en-US"/>
          </a:p>
        </p:txBody>
      </p:sp>
      <p:sp>
        <p:nvSpPr>
          <p:cNvPr id="66" name="Freeform: Shape 65">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16480715-532D-3E70-6B8E-6C285EB0C50F}"/>
              </a:ext>
            </a:extLst>
          </p:cNvPr>
          <p:cNvPicPr>
            <a:picLocks noChangeAspect="1"/>
          </p:cNvPicPr>
          <p:nvPr/>
        </p:nvPicPr>
        <p:blipFill>
          <a:blip r:embed="rId2"/>
          <a:stretch>
            <a:fillRect/>
          </a:stretch>
        </p:blipFill>
        <p:spPr>
          <a:xfrm>
            <a:off x="656357" y="123251"/>
            <a:ext cx="4033012" cy="6611497"/>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a:extLst>
              <a:ext uri="{FF2B5EF4-FFF2-40B4-BE49-F238E27FC236}">
                <a16:creationId xmlns:a16="http://schemas.microsoft.com/office/drawing/2014/main" id="{691613C6-C206-E9F2-5AD7-8F95A592C935}"/>
              </a:ext>
            </a:extLst>
          </p:cNvPr>
          <p:cNvSpPr>
            <a:spLocks noGrp="1"/>
          </p:cNvSpPr>
          <p:nvPr>
            <p:ph idx="1"/>
          </p:nvPr>
        </p:nvSpPr>
        <p:spPr>
          <a:xfrm>
            <a:off x="5894962" y="1984443"/>
            <a:ext cx="5458838" cy="4192520"/>
          </a:xfrm>
        </p:spPr>
        <p:txBody>
          <a:bodyPr>
            <a:normAutofit/>
          </a:bodyPr>
          <a:lstStyle/>
          <a:p>
            <a:pPr marL="0" indent="0">
              <a:buNone/>
            </a:pPr>
            <a:r>
              <a:rPr lang="en-US"/>
              <a:t>Current implementation gives huge favor to SVD model which is accurate but not the most unique due to low dataset. Because of this, good movies are recommended but do not vary to each user.</a:t>
            </a:r>
          </a:p>
        </p:txBody>
      </p:sp>
    </p:spTree>
    <p:extLst>
      <p:ext uri="{BB962C8B-B14F-4D97-AF65-F5344CB8AC3E}">
        <p14:creationId xmlns:p14="http://schemas.microsoft.com/office/powerpoint/2010/main" val="21612644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Popcorn and drink in an empty red theater">
            <a:extLst>
              <a:ext uri="{FF2B5EF4-FFF2-40B4-BE49-F238E27FC236}">
                <a16:creationId xmlns:a16="http://schemas.microsoft.com/office/drawing/2014/main" id="{345645EB-3F3D-8A3C-6307-29189F86EE47}"/>
              </a:ext>
            </a:extLst>
          </p:cNvPr>
          <p:cNvPicPr>
            <a:picLocks noChangeAspect="1"/>
          </p:cNvPicPr>
          <p:nvPr/>
        </p:nvPicPr>
        <p:blipFill>
          <a:blip r:embed="rId2"/>
          <a:srcRect l="33356" r="14183"/>
          <a:stretch>
            <a:fillRect/>
          </a:stretch>
        </p:blipFill>
        <p:spPr>
          <a:xfrm>
            <a:off x="-1" y="-2"/>
            <a:ext cx="5410198" cy="6858002"/>
          </a:xfrm>
          <a:prstGeom prst="rect">
            <a:avLst/>
          </a:prstGeom>
        </p:spPr>
      </p:pic>
      <p:sp useBgFill="1">
        <p:nvSpPr>
          <p:cNvPr id="11" name="Rectangle 10">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F8A228-8EFA-09BE-AA07-B1EA4916C9F4}"/>
              </a:ext>
            </a:extLst>
          </p:cNvPr>
          <p:cNvSpPr>
            <a:spLocks noGrp="1"/>
          </p:cNvSpPr>
          <p:nvPr>
            <p:ph type="title"/>
          </p:nvPr>
        </p:nvSpPr>
        <p:spPr>
          <a:xfrm>
            <a:off x="6115317" y="405685"/>
            <a:ext cx="5464968" cy="1559301"/>
          </a:xfrm>
        </p:spPr>
        <p:txBody>
          <a:bodyPr>
            <a:normAutofit/>
          </a:bodyPr>
          <a:lstStyle/>
          <a:p>
            <a:r>
              <a:rPr lang="en-US" sz="3400" b="1"/>
              <a:t>Quality of recommended movies</a:t>
            </a:r>
            <a:endParaRPr lang="en-US" sz="3400"/>
          </a:p>
        </p:txBody>
      </p:sp>
      <p:sp>
        <p:nvSpPr>
          <p:cNvPr id="3" name="Content Placeholder 2">
            <a:extLst>
              <a:ext uri="{FF2B5EF4-FFF2-40B4-BE49-F238E27FC236}">
                <a16:creationId xmlns:a16="http://schemas.microsoft.com/office/drawing/2014/main" id="{01283E8B-75E2-AED4-8D84-CD57FAB5DD57}"/>
              </a:ext>
            </a:extLst>
          </p:cNvPr>
          <p:cNvSpPr>
            <a:spLocks noGrp="1"/>
          </p:cNvSpPr>
          <p:nvPr>
            <p:ph idx="1"/>
          </p:nvPr>
        </p:nvSpPr>
        <p:spPr>
          <a:xfrm>
            <a:off x="6115317" y="2743200"/>
            <a:ext cx="5247340" cy="3496878"/>
          </a:xfrm>
        </p:spPr>
        <p:txBody>
          <a:bodyPr anchor="ctr">
            <a:normAutofit/>
          </a:bodyPr>
          <a:lstStyle/>
          <a:p>
            <a:r>
              <a:rPr lang="en-US" sz="2000" dirty="0"/>
              <a:t>Quality movies are being recommended but Quality of movies recommended are not catered enough to user.</a:t>
            </a:r>
          </a:p>
        </p:txBody>
      </p:sp>
    </p:spTree>
    <p:extLst>
      <p:ext uri="{BB962C8B-B14F-4D97-AF65-F5344CB8AC3E}">
        <p14:creationId xmlns:p14="http://schemas.microsoft.com/office/powerpoint/2010/main" val="28060685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53E461-F926-CE5A-8634-3B5632A790AE}"/>
              </a:ext>
            </a:extLst>
          </p:cNvPr>
          <p:cNvSpPr>
            <a:spLocks noGrp="1"/>
          </p:cNvSpPr>
          <p:nvPr>
            <p:ph type="title"/>
          </p:nvPr>
        </p:nvSpPr>
        <p:spPr>
          <a:xfrm>
            <a:off x="630936" y="639520"/>
            <a:ext cx="3429000" cy="1719072"/>
          </a:xfrm>
        </p:spPr>
        <p:txBody>
          <a:bodyPr anchor="b">
            <a:normAutofit/>
          </a:bodyPr>
          <a:lstStyle/>
          <a:p>
            <a:r>
              <a:rPr lang="en-US" sz="5400" b="1"/>
              <a:t>Coverage</a:t>
            </a:r>
            <a:endParaRPr lang="en-US" sz="5400"/>
          </a:p>
        </p:txBody>
      </p:sp>
      <p:sp>
        <p:nvSpPr>
          <p:cNvPr id="12"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68AE4CE-4609-EAF2-4C77-89986D90E652}"/>
              </a:ext>
            </a:extLst>
          </p:cNvPr>
          <p:cNvSpPr>
            <a:spLocks noGrp="1"/>
          </p:cNvSpPr>
          <p:nvPr>
            <p:ph idx="1"/>
          </p:nvPr>
        </p:nvSpPr>
        <p:spPr>
          <a:xfrm>
            <a:off x="630936" y="2807208"/>
            <a:ext cx="3429000" cy="3410712"/>
          </a:xfrm>
        </p:spPr>
        <p:txBody>
          <a:bodyPr anchor="t">
            <a:normAutofit/>
          </a:bodyPr>
          <a:lstStyle/>
          <a:p>
            <a:pPr marL="0" indent="0">
              <a:buNone/>
            </a:pPr>
            <a:r>
              <a:rPr lang="en-US" sz="2200"/>
              <a:t>The recommendations are spread across multiple genres including Comedy, Action, Sci-Fi, Romance, </a:t>
            </a:r>
            <a:r>
              <a:rPr lang="en-US" sz="2200" err="1"/>
              <a:t>etc</a:t>
            </a:r>
            <a:endParaRPr lang="en-US" sz="2200"/>
          </a:p>
        </p:txBody>
      </p:sp>
      <p:pic>
        <p:nvPicPr>
          <p:cNvPr id="5" name="Picture 4">
            <a:extLst>
              <a:ext uri="{FF2B5EF4-FFF2-40B4-BE49-F238E27FC236}">
                <a16:creationId xmlns:a16="http://schemas.microsoft.com/office/drawing/2014/main" id="{42D07DDC-5E00-A581-8A6B-CB2DF0883B2B}"/>
              </a:ext>
            </a:extLst>
          </p:cNvPr>
          <p:cNvPicPr>
            <a:picLocks noChangeAspect="1"/>
          </p:cNvPicPr>
          <p:nvPr/>
        </p:nvPicPr>
        <p:blipFill>
          <a:blip r:embed="rId3"/>
          <a:stretch>
            <a:fillRect/>
          </a:stretch>
        </p:blipFill>
        <p:spPr>
          <a:xfrm>
            <a:off x="4654296" y="658882"/>
            <a:ext cx="6903720" cy="5540235"/>
          </a:xfrm>
          <a:prstGeom prst="rect">
            <a:avLst/>
          </a:prstGeom>
        </p:spPr>
      </p:pic>
    </p:spTree>
    <p:extLst>
      <p:ext uri="{BB962C8B-B14F-4D97-AF65-F5344CB8AC3E}">
        <p14:creationId xmlns:p14="http://schemas.microsoft.com/office/powerpoint/2010/main" val="22594838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DDBB197-D710-4A4F-A9CA-FD2177498B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75D1CFA-2CDB-4B64-BD9F-85744E8DA1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5FCAEA-3B64-8A9D-8831-7F862489B8FF}"/>
              </a:ext>
            </a:extLst>
          </p:cNvPr>
          <p:cNvSpPr>
            <a:spLocks noGrp="1"/>
          </p:cNvSpPr>
          <p:nvPr>
            <p:ph type="title"/>
          </p:nvPr>
        </p:nvSpPr>
        <p:spPr>
          <a:xfrm>
            <a:off x="804672" y="802955"/>
            <a:ext cx="4977976" cy="1454051"/>
          </a:xfrm>
        </p:spPr>
        <p:txBody>
          <a:bodyPr>
            <a:normAutofit/>
          </a:bodyPr>
          <a:lstStyle/>
          <a:p>
            <a:r>
              <a:rPr lang="en-US" sz="3600" b="1">
                <a:solidFill>
                  <a:schemeClr val="tx2"/>
                </a:solidFill>
              </a:rPr>
              <a:t>Novelty</a:t>
            </a:r>
            <a:r>
              <a:rPr lang="en-US" sz="3600">
                <a:solidFill>
                  <a:schemeClr val="tx2"/>
                </a:solidFill>
              </a:rPr>
              <a:t>  </a:t>
            </a:r>
          </a:p>
        </p:txBody>
      </p:sp>
      <p:sp>
        <p:nvSpPr>
          <p:cNvPr id="19" name="Content Placeholder 2">
            <a:extLst>
              <a:ext uri="{FF2B5EF4-FFF2-40B4-BE49-F238E27FC236}">
                <a16:creationId xmlns:a16="http://schemas.microsoft.com/office/drawing/2014/main" id="{BC3CCEAC-7351-C5E1-AAD6-262E3A21F264}"/>
              </a:ext>
            </a:extLst>
          </p:cNvPr>
          <p:cNvSpPr>
            <a:spLocks noGrp="1"/>
          </p:cNvSpPr>
          <p:nvPr>
            <p:ph idx="1"/>
          </p:nvPr>
        </p:nvSpPr>
        <p:spPr>
          <a:xfrm>
            <a:off x="804672" y="2421682"/>
            <a:ext cx="4977578" cy="3639289"/>
          </a:xfrm>
        </p:spPr>
        <p:txBody>
          <a:bodyPr anchor="ctr">
            <a:normAutofit/>
          </a:bodyPr>
          <a:lstStyle/>
          <a:p>
            <a:r>
              <a:rPr lang="en-US" sz="1800">
                <a:solidFill>
                  <a:schemeClr val="tx2"/>
                </a:solidFill>
              </a:rPr>
              <a:t>The system ensures that liked movies will not be recommended.</a:t>
            </a:r>
          </a:p>
          <a:p>
            <a:endParaRPr lang="en-US" sz="1800">
              <a:solidFill>
                <a:schemeClr val="tx2"/>
              </a:solidFill>
            </a:endParaRPr>
          </a:p>
          <a:p>
            <a:r>
              <a:rPr lang="en-US" sz="1800">
                <a:solidFill>
                  <a:schemeClr val="tx2"/>
                </a:solidFill>
              </a:rPr>
              <a:t>Future implementation would add a weekly reset where previously recommended movies would have a timeout</a:t>
            </a:r>
          </a:p>
        </p:txBody>
      </p:sp>
      <p:grpSp>
        <p:nvGrpSpPr>
          <p:cNvPr id="14" name="Group 13">
            <a:extLst>
              <a:ext uri="{FF2B5EF4-FFF2-40B4-BE49-F238E27FC236}">
                <a16:creationId xmlns:a16="http://schemas.microsoft.com/office/drawing/2014/main" id="{25EE5136-01F1-466C-962D-BA9B4C6757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369897" y="0"/>
            <a:ext cx="5822103" cy="6685267"/>
            <a:chOff x="6357228" y="0"/>
            <a:chExt cx="5822103" cy="6685267"/>
          </a:xfrm>
        </p:grpSpPr>
        <p:sp>
          <p:nvSpPr>
            <p:cNvPr id="20" name="Freeform: Shape 19">
              <a:extLst>
                <a:ext uri="{FF2B5EF4-FFF2-40B4-BE49-F238E27FC236}">
                  <a16:creationId xmlns:a16="http://schemas.microsoft.com/office/drawing/2014/main" id="{E11D3AD4-AF9B-4EB5-8C7B-C45D173B4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57228" y="0"/>
              <a:ext cx="5822102" cy="6685267"/>
            </a:xfrm>
            <a:custGeom>
              <a:avLst/>
              <a:gdLst>
                <a:gd name="connsiteX0" fmla="*/ 2605444 w 5822102"/>
                <a:gd name="connsiteY0" fmla="*/ 0 h 6685267"/>
                <a:gd name="connsiteX1" fmla="*/ 4757391 w 5822102"/>
                <a:gd name="connsiteY1" fmla="*/ 0 h 6685267"/>
                <a:gd name="connsiteX2" fmla="*/ 4913680 w 5822102"/>
                <a:gd name="connsiteY2" fmla="*/ 56274 h 6685267"/>
                <a:gd name="connsiteX3" fmla="*/ 5376238 w 5822102"/>
                <a:gd name="connsiteY3" fmla="*/ 282027 h 6685267"/>
                <a:gd name="connsiteX4" fmla="*/ 5658024 w 5822102"/>
                <a:gd name="connsiteY4" fmla="*/ 471014 h 6685267"/>
                <a:gd name="connsiteX5" fmla="*/ 5822102 w 5822102"/>
                <a:gd name="connsiteY5" fmla="*/ 609109 h 6685267"/>
                <a:gd name="connsiteX6" fmla="*/ 5822102 w 5822102"/>
                <a:gd name="connsiteY6" fmla="*/ 760697 h 6685267"/>
                <a:gd name="connsiteX7" fmla="*/ 5707785 w 5822102"/>
                <a:gd name="connsiteY7" fmla="*/ 666601 h 6685267"/>
                <a:gd name="connsiteX8" fmla="*/ 5577306 w 5822102"/>
                <a:gd name="connsiteY8" fmla="*/ 571666 h 6685267"/>
                <a:gd name="connsiteX9" fmla="*/ 5298630 w 5822102"/>
                <a:gd name="connsiteY9" fmla="*/ 407449 h 6685267"/>
                <a:gd name="connsiteX10" fmla="*/ 4690768 w 5822102"/>
                <a:gd name="connsiteY10" fmla="*/ 184979 h 6685267"/>
                <a:gd name="connsiteX11" fmla="*/ 4048577 w 5822102"/>
                <a:gd name="connsiteY11" fmla="*/ 99280 h 6685267"/>
                <a:gd name="connsiteX12" fmla="*/ 3405404 w 5822102"/>
                <a:gd name="connsiteY12" fmla="*/ 131937 h 6685267"/>
                <a:gd name="connsiteX13" fmla="*/ 3089702 w 5822102"/>
                <a:gd name="connsiteY13" fmla="*/ 190190 h 6685267"/>
                <a:gd name="connsiteX14" fmla="*/ 2780132 w 5822102"/>
                <a:gd name="connsiteY14" fmla="*/ 273457 h 6685267"/>
                <a:gd name="connsiteX15" fmla="*/ 2478040 w 5822102"/>
                <a:gd name="connsiteY15" fmla="*/ 379654 h 6685267"/>
                <a:gd name="connsiteX16" fmla="*/ 2184897 w 5822102"/>
                <a:gd name="connsiteY16" fmla="*/ 507972 h 6685267"/>
                <a:gd name="connsiteX17" fmla="*/ 1629141 w 5822102"/>
                <a:gd name="connsiteY17" fmla="*/ 823205 h 6685267"/>
                <a:gd name="connsiteX18" fmla="*/ 1497711 w 5822102"/>
                <a:gd name="connsiteY18" fmla="*/ 914000 h 6685267"/>
                <a:gd name="connsiteX19" fmla="*/ 1433099 w 5822102"/>
                <a:gd name="connsiteY19" fmla="*/ 960903 h 6685267"/>
                <a:gd name="connsiteX20" fmla="*/ 1369346 w 5822102"/>
                <a:gd name="connsiteY20" fmla="*/ 1008963 h 6685267"/>
                <a:gd name="connsiteX21" fmla="*/ 1123406 w 5822102"/>
                <a:gd name="connsiteY21" fmla="*/ 1212905 h 6685267"/>
                <a:gd name="connsiteX22" fmla="*/ 684367 w 5822102"/>
                <a:gd name="connsiteY22" fmla="*/ 1675564 h 6685267"/>
                <a:gd name="connsiteX23" fmla="*/ 497153 w 5822102"/>
                <a:gd name="connsiteY23" fmla="*/ 1933588 h 6685267"/>
                <a:gd name="connsiteX24" fmla="*/ 337770 w 5822102"/>
                <a:gd name="connsiteY24" fmla="*/ 2208983 h 6685267"/>
                <a:gd name="connsiteX25" fmla="*/ 302461 w 5822102"/>
                <a:gd name="connsiteY25" fmla="*/ 2280207 h 6685267"/>
                <a:gd name="connsiteX26" fmla="*/ 285296 w 5822102"/>
                <a:gd name="connsiteY26" fmla="*/ 2316107 h 6685267"/>
                <a:gd name="connsiteX27" fmla="*/ 268991 w 5822102"/>
                <a:gd name="connsiteY27" fmla="*/ 2352355 h 6685267"/>
                <a:gd name="connsiteX28" fmla="*/ 237849 w 5822102"/>
                <a:gd name="connsiteY28" fmla="*/ 2425432 h 6685267"/>
                <a:gd name="connsiteX29" fmla="*/ 208670 w 5822102"/>
                <a:gd name="connsiteY29" fmla="*/ 2499319 h 6685267"/>
                <a:gd name="connsiteX30" fmla="*/ 113775 w 5822102"/>
                <a:gd name="connsiteY30" fmla="*/ 2801929 h 6685267"/>
                <a:gd name="connsiteX31" fmla="*/ 36781 w 5822102"/>
                <a:gd name="connsiteY31" fmla="*/ 3428922 h 6685267"/>
                <a:gd name="connsiteX32" fmla="*/ 69148 w 5822102"/>
                <a:gd name="connsiteY32" fmla="*/ 3741955 h 6685267"/>
                <a:gd name="connsiteX33" fmla="*/ 167966 w 5822102"/>
                <a:gd name="connsiteY33" fmla="*/ 4041323 h 6685267"/>
                <a:gd name="connsiteX34" fmla="*/ 202049 w 5822102"/>
                <a:gd name="connsiteY34" fmla="*/ 4112894 h 6685267"/>
                <a:gd name="connsiteX35" fmla="*/ 239933 w 5822102"/>
                <a:gd name="connsiteY35" fmla="*/ 4182843 h 6685267"/>
                <a:gd name="connsiteX36" fmla="*/ 323916 w 5822102"/>
                <a:gd name="connsiteY36" fmla="*/ 4318456 h 6685267"/>
                <a:gd name="connsiteX37" fmla="*/ 416604 w 5822102"/>
                <a:gd name="connsiteY37" fmla="*/ 4449436 h 6685267"/>
                <a:gd name="connsiteX38" fmla="*/ 515911 w 5822102"/>
                <a:gd name="connsiteY38" fmla="*/ 4576711 h 6685267"/>
                <a:gd name="connsiteX39" fmla="*/ 722619 w 5822102"/>
                <a:gd name="connsiteY39" fmla="*/ 4828482 h 6685267"/>
                <a:gd name="connsiteX40" fmla="*/ 825972 w 5822102"/>
                <a:gd name="connsiteY40" fmla="*/ 4956104 h 6685267"/>
                <a:gd name="connsiteX41" fmla="*/ 926506 w 5822102"/>
                <a:gd name="connsiteY41" fmla="*/ 5085347 h 6685267"/>
                <a:gd name="connsiteX42" fmla="*/ 1027040 w 5822102"/>
                <a:gd name="connsiteY42" fmla="*/ 5210191 h 6685267"/>
                <a:gd name="connsiteX43" fmla="*/ 1132110 w 5822102"/>
                <a:gd name="connsiteY43" fmla="*/ 5330748 h 6685267"/>
                <a:gd name="connsiteX44" fmla="*/ 1354880 w 5822102"/>
                <a:gd name="connsiteY44" fmla="*/ 5558083 h 6685267"/>
                <a:gd name="connsiteX45" fmla="*/ 1855220 w 5822102"/>
                <a:gd name="connsiteY45" fmla="*/ 5937591 h 6685267"/>
                <a:gd name="connsiteX46" fmla="*/ 2131810 w 5822102"/>
                <a:gd name="connsiteY46" fmla="*/ 6080268 h 6685267"/>
                <a:gd name="connsiteX47" fmla="*/ 2423726 w 5822102"/>
                <a:gd name="connsiteY47" fmla="*/ 6188087 h 6685267"/>
                <a:gd name="connsiteX48" fmla="*/ 2727780 w 5822102"/>
                <a:gd name="connsiteY48" fmla="*/ 6262552 h 6685267"/>
                <a:gd name="connsiteX49" fmla="*/ 3041276 w 5822102"/>
                <a:gd name="connsiteY49" fmla="*/ 6304245 h 6685267"/>
                <a:gd name="connsiteX50" fmla="*/ 3360532 w 5822102"/>
                <a:gd name="connsiteY50" fmla="*/ 6317331 h 6685267"/>
                <a:gd name="connsiteX51" fmla="*/ 3439855 w 5822102"/>
                <a:gd name="connsiteY51" fmla="*/ 6316751 h 6685267"/>
                <a:gd name="connsiteX52" fmla="*/ 3478721 w 5822102"/>
                <a:gd name="connsiteY52" fmla="*/ 6315826 h 6685267"/>
                <a:gd name="connsiteX53" fmla="*/ 3517463 w 5822102"/>
                <a:gd name="connsiteY53" fmla="*/ 6313971 h 6685267"/>
                <a:gd name="connsiteX54" fmla="*/ 3671452 w 5822102"/>
                <a:gd name="connsiteY54" fmla="*/ 6301233 h 6685267"/>
                <a:gd name="connsiteX55" fmla="*/ 4265460 w 5822102"/>
                <a:gd name="connsiteY55" fmla="*/ 6149638 h 6685267"/>
                <a:gd name="connsiteX56" fmla="*/ 4546587 w 5822102"/>
                <a:gd name="connsiteY56" fmla="*/ 6018079 h 6685267"/>
                <a:gd name="connsiteX57" fmla="*/ 4818030 w 5822102"/>
                <a:gd name="connsiteY57" fmla="*/ 5858029 h 6685267"/>
                <a:gd name="connsiteX58" fmla="*/ 5081870 w 5822102"/>
                <a:gd name="connsiteY58" fmla="*/ 5676903 h 6685267"/>
                <a:gd name="connsiteX59" fmla="*/ 5212073 w 5822102"/>
                <a:gd name="connsiteY59" fmla="*/ 5581013 h 6685267"/>
                <a:gd name="connsiteX60" fmla="*/ 5343625 w 5822102"/>
                <a:gd name="connsiteY60" fmla="*/ 5481533 h 6685267"/>
                <a:gd name="connsiteX61" fmla="*/ 5610378 w 5822102"/>
                <a:gd name="connsiteY61" fmla="*/ 5284425 h 6685267"/>
                <a:gd name="connsiteX62" fmla="*/ 5822102 w 5822102"/>
                <a:gd name="connsiteY62" fmla="*/ 5126414 h 6685267"/>
                <a:gd name="connsiteX63" fmla="*/ 5822102 w 5822102"/>
                <a:gd name="connsiteY63" fmla="*/ 5556641 h 6685267"/>
                <a:gd name="connsiteX64" fmla="*/ 5576325 w 5822102"/>
                <a:gd name="connsiteY64" fmla="*/ 5749979 h 6685267"/>
                <a:gd name="connsiteX65" fmla="*/ 5447715 w 5822102"/>
                <a:gd name="connsiteY65" fmla="*/ 5852818 h 6685267"/>
                <a:gd name="connsiteX66" fmla="*/ 5315059 w 5822102"/>
                <a:gd name="connsiteY66" fmla="*/ 5956236 h 6685267"/>
                <a:gd name="connsiteX67" fmla="*/ 5038468 w 5822102"/>
                <a:gd name="connsiteY67" fmla="*/ 6155776 h 6685267"/>
                <a:gd name="connsiteX68" fmla="*/ 4741892 w 5822102"/>
                <a:gd name="connsiteY68" fmla="*/ 6338292 h 6685267"/>
                <a:gd name="connsiteX69" fmla="*/ 4420920 w 5822102"/>
                <a:gd name="connsiteY69" fmla="*/ 6492203 h 6685267"/>
                <a:gd name="connsiteX70" fmla="*/ 3717672 w 5822102"/>
                <a:gd name="connsiteY70" fmla="*/ 6670434 h 6685267"/>
                <a:gd name="connsiteX71" fmla="*/ 3535853 w 5822102"/>
                <a:gd name="connsiteY71" fmla="*/ 6683289 h 6685267"/>
                <a:gd name="connsiteX72" fmla="*/ 3490367 w 5822102"/>
                <a:gd name="connsiteY72" fmla="*/ 6684910 h 6685267"/>
                <a:gd name="connsiteX73" fmla="*/ 3445005 w 5822102"/>
                <a:gd name="connsiteY73" fmla="*/ 6685142 h 6685267"/>
                <a:gd name="connsiteX74" fmla="*/ 3355872 w 5822102"/>
                <a:gd name="connsiteY74" fmla="*/ 6684100 h 6685267"/>
                <a:gd name="connsiteX75" fmla="*/ 3179203 w 5822102"/>
                <a:gd name="connsiteY75" fmla="*/ 6677150 h 6685267"/>
                <a:gd name="connsiteX76" fmla="*/ 3002410 w 5822102"/>
                <a:gd name="connsiteY76" fmla="*/ 6661169 h 6685267"/>
                <a:gd name="connsiteX77" fmla="*/ 2650296 w 5822102"/>
                <a:gd name="connsiteY77" fmla="*/ 6604191 h 6685267"/>
                <a:gd name="connsiteX78" fmla="*/ 2306028 w 5822102"/>
                <a:gd name="connsiteY78" fmla="*/ 6505869 h 6685267"/>
                <a:gd name="connsiteX79" fmla="*/ 1978803 w 5822102"/>
                <a:gd name="connsiteY79" fmla="*/ 6363307 h 6685267"/>
                <a:gd name="connsiteX80" fmla="*/ 1678428 w 5822102"/>
                <a:gd name="connsiteY80" fmla="*/ 6177779 h 6685267"/>
                <a:gd name="connsiteX81" fmla="*/ 1175880 w 5822102"/>
                <a:gd name="connsiteY81" fmla="*/ 5710373 h 6685267"/>
                <a:gd name="connsiteX82" fmla="*/ 971502 w 5822102"/>
                <a:gd name="connsiteY82" fmla="*/ 5445399 h 6685267"/>
                <a:gd name="connsiteX83" fmla="*/ 790909 w 5822102"/>
                <a:gd name="connsiteY83" fmla="*/ 5169078 h 6685267"/>
                <a:gd name="connsiteX84" fmla="*/ 706680 w 5822102"/>
                <a:gd name="connsiteY84" fmla="*/ 5031959 h 6685267"/>
                <a:gd name="connsiteX85" fmla="*/ 619143 w 5822102"/>
                <a:gd name="connsiteY85" fmla="*/ 4897157 h 6685267"/>
                <a:gd name="connsiteX86" fmla="*/ 436465 w 5822102"/>
                <a:gd name="connsiteY86" fmla="*/ 4628710 h 6685267"/>
                <a:gd name="connsiteX87" fmla="*/ 347088 w 5822102"/>
                <a:gd name="connsiteY87" fmla="*/ 4492171 h 6685267"/>
                <a:gd name="connsiteX88" fmla="*/ 262001 w 5822102"/>
                <a:gd name="connsiteY88" fmla="*/ 4352619 h 6685267"/>
                <a:gd name="connsiteX89" fmla="*/ 118679 w 5822102"/>
                <a:gd name="connsiteY89" fmla="*/ 4059853 h 6685267"/>
                <a:gd name="connsiteX90" fmla="*/ 28322 w 5822102"/>
                <a:gd name="connsiteY90" fmla="*/ 3749136 h 6685267"/>
                <a:gd name="connsiteX91" fmla="*/ 0 w 5822102"/>
                <a:gd name="connsiteY91" fmla="*/ 3428922 h 6685267"/>
                <a:gd name="connsiteX92" fmla="*/ 253052 w 5822102"/>
                <a:gd name="connsiteY92" fmla="*/ 2174356 h 6685267"/>
                <a:gd name="connsiteX93" fmla="*/ 389141 w 5822102"/>
                <a:gd name="connsiteY93" fmla="*/ 1877652 h 6685267"/>
                <a:gd name="connsiteX94" fmla="*/ 552079 w 5822102"/>
                <a:gd name="connsiteY94" fmla="*/ 1591834 h 6685267"/>
                <a:gd name="connsiteX95" fmla="*/ 954950 w 5822102"/>
                <a:gd name="connsiteY95" fmla="*/ 1061773 h 6685267"/>
                <a:gd name="connsiteX96" fmla="*/ 1192922 w 5822102"/>
                <a:gd name="connsiteY96" fmla="*/ 822626 h 6685267"/>
                <a:gd name="connsiteX97" fmla="*/ 1255939 w 5822102"/>
                <a:gd name="connsiteY97" fmla="*/ 765880 h 6685267"/>
                <a:gd name="connsiteX98" fmla="*/ 1320183 w 5822102"/>
                <a:gd name="connsiteY98" fmla="*/ 710291 h 6685267"/>
                <a:gd name="connsiteX99" fmla="*/ 1452961 w 5822102"/>
                <a:gd name="connsiteY99" fmla="*/ 603514 h 6685267"/>
                <a:gd name="connsiteX100" fmla="*/ 2033360 w 5822102"/>
                <a:gd name="connsiteY100" fmla="*/ 235818 h 6685267"/>
                <a:gd name="connsiteX101" fmla="*/ 2512513 w 5822102"/>
                <a:gd name="connsiteY101" fmla="*/ 30012 h 6685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822102" h="6685267">
                  <a:moveTo>
                    <a:pt x="2605444" y="0"/>
                  </a:moveTo>
                  <a:lnTo>
                    <a:pt x="4757391" y="0"/>
                  </a:lnTo>
                  <a:lnTo>
                    <a:pt x="4913680" y="56274"/>
                  </a:lnTo>
                  <a:cubicBezTo>
                    <a:pt x="5074659" y="119278"/>
                    <a:pt x="5229483" y="195083"/>
                    <a:pt x="5376238" y="282027"/>
                  </a:cubicBezTo>
                  <a:cubicBezTo>
                    <a:pt x="5474014" y="340105"/>
                    <a:pt x="5568080" y="403280"/>
                    <a:pt x="5658024" y="471014"/>
                  </a:cubicBezTo>
                  <a:lnTo>
                    <a:pt x="5822102" y="609109"/>
                  </a:lnTo>
                  <a:lnTo>
                    <a:pt x="5822102" y="760697"/>
                  </a:lnTo>
                  <a:lnTo>
                    <a:pt x="5707785" y="666601"/>
                  </a:lnTo>
                  <a:cubicBezTo>
                    <a:pt x="5665273" y="633682"/>
                    <a:pt x="5621749" y="602008"/>
                    <a:pt x="5577306" y="571666"/>
                  </a:cubicBezTo>
                  <a:cubicBezTo>
                    <a:pt x="5487929" y="511562"/>
                    <a:pt x="5395118" y="456089"/>
                    <a:pt x="5298630" y="407449"/>
                  </a:cubicBezTo>
                  <a:cubicBezTo>
                    <a:pt x="5106266" y="309010"/>
                    <a:pt x="4901153" y="235355"/>
                    <a:pt x="4690768" y="184979"/>
                  </a:cubicBezTo>
                  <a:cubicBezTo>
                    <a:pt x="4480382" y="134486"/>
                    <a:pt x="4264724" y="106807"/>
                    <a:pt x="4048577" y="99280"/>
                  </a:cubicBezTo>
                  <a:cubicBezTo>
                    <a:pt x="3832182" y="90709"/>
                    <a:pt x="3617997" y="102290"/>
                    <a:pt x="3405404" y="131937"/>
                  </a:cubicBezTo>
                  <a:cubicBezTo>
                    <a:pt x="3299353" y="147340"/>
                    <a:pt x="3193915" y="166449"/>
                    <a:pt x="3089702" y="190190"/>
                  </a:cubicBezTo>
                  <a:cubicBezTo>
                    <a:pt x="2985491" y="214278"/>
                    <a:pt x="2882137" y="241725"/>
                    <a:pt x="2780132" y="273457"/>
                  </a:cubicBezTo>
                  <a:cubicBezTo>
                    <a:pt x="2678126" y="305073"/>
                    <a:pt x="2577348" y="340510"/>
                    <a:pt x="2478040" y="379654"/>
                  </a:cubicBezTo>
                  <a:cubicBezTo>
                    <a:pt x="2378854" y="418914"/>
                    <a:pt x="2281017" y="461763"/>
                    <a:pt x="2184897" y="507972"/>
                  </a:cubicBezTo>
                  <a:cubicBezTo>
                    <a:pt x="1992657" y="600271"/>
                    <a:pt x="1806791" y="705542"/>
                    <a:pt x="1629141" y="823205"/>
                  </a:cubicBezTo>
                  <a:cubicBezTo>
                    <a:pt x="1584882" y="852736"/>
                    <a:pt x="1540745" y="882731"/>
                    <a:pt x="1497711" y="914000"/>
                  </a:cubicBezTo>
                  <a:cubicBezTo>
                    <a:pt x="1475888" y="929286"/>
                    <a:pt x="1454555" y="945153"/>
                    <a:pt x="1433099" y="960903"/>
                  </a:cubicBezTo>
                  <a:cubicBezTo>
                    <a:pt x="1411521" y="976537"/>
                    <a:pt x="1390311" y="992634"/>
                    <a:pt x="1369346" y="1008963"/>
                  </a:cubicBezTo>
                  <a:cubicBezTo>
                    <a:pt x="1285119" y="1074165"/>
                    <a:pt x="1202730" y="1141797"/>
                    <a:pt x="1123406" y="1212905"/>
                  </a:cubicBezTo>
                  <a:cubicBezTo>
                    <a:pt x="964391" y="1354656"/>
                    <a:pt x="816900" y="1509261"/>
                    <a:pt x="684367" y="1675564"/>
                  </a:cubicBezTo>
                  <a:cubicBezTo>
                    <a:pt x="618161" y="1758716"/>
                    <a:pt x="555512" y="1844763"/>
                    <a:pt x="497153" y="1933588"/>
                  </a:cubicBezTo>
                  <a:cubicBezTo>
                    <a:pt x="439775" y="2022877"/>
                    <a:pt x="385584" y="2114367"/>
                    <a:pt x="337770" y="2208983"/>
                  </a:cubicBezTo>
                  <a:cubicBezTo>
                    <a:pt x="325388" y="2232493"/>
                    <a:pt x="313862" y="2256349"/>
                    <a:pt x="302461" y="2280207"/>
                  </a:cubicBezTo>
                  <a:lnTo>
                    <a:pt x="285296" y="2316107"/>
                  </a:lnTo>
                  <a:lnTo>
                    <a:pt x="268991" y="2352355"/>
                  </a:lnTo>
                  <a:cubicBezTo>
                    <a:pt x="258324" y="2376560"/>
                    <a:pt x="247535" y="2400764"/>
                    <a:pt x="237849" y="2425432"/>
                  </a:cubicBezTo>
                  <a:cubicBezTo>
                    <a:pt x="228163" y="2450099"/>
                    <a:pt x="217498" y="2474419"/>
                    <a:pt x="208670" y="2499319"/>
                  </a:cubicBezTo>
                  <a:cubicBezTo>
                    <a:pt x="170909" y="2598219"/>
                    <a:pt x="138908" y="2699206"/>
                    <a:pt x="113775" y="2801929"/>
                  </a:cubicBezTo>
                  <a:cubicBezTo>
                    <a:pt x="62773" y="3006911"/>
                    <a:pt x="36659" y="3217917"/>
                    <a:pt x="36781" y="3428922"/>
                  </a:cubicBezTo>
                  <a:cubicBezTo>
                    <a:pt x="37394" y="3534078"/>
                    <a:pt x="47816" y="3639001"/>
                    <a:pt x="69148" y="3741955"/>
                  </a:cubicBezTo>
                  <a:cubicBezTo>
                    <a:pt x="91585" y="3844679"/>
                    <a:pt x="124074" y="3945202"/>
                    <a:pt x="167966" y="4041323"/>
                  </a:cubicBezTo>
                  <a:cubicBezTo>
                    <a:pt x="178387" y="4065528"/>
                    <a:pt x="190525" y="4089153"/>
                    <a:pt x="202049" y="4112894"/>
                  </a:cubicBezTo>
                  <a:cubicBezTo>
                    <a:pt x="214555" y="4136288"/>
                    <a:pt x="226447" y="4159912"/>
                    <a:pt x="239933" y="4182843"/>
                  </a:cubicBezTo>
                  <a:cubicBezTo>
                    <a:pt x="265680" y="4229167"/>
                    <a:pt x="294368" y="4274101"/>
                    <a:pt x="323916" y="4318456"/>
                  </a:cubicBezTo>
                  <a:cubicBezTo>
                    <a:pt x="353341" y="4362927"/>
                    <a:pt x="384849" y="4406240"/>
                    <a:pt x="416604" y="4449436"/>
                  </a:cubicBezTo>
                  <a:cubicBezTo>
                    <a:pt x="448847" y="4492286"/>
                    <a:pt x="482319" y="4534557"/>
                    <a:pt x="515911" y="4576711"/>
                  </a:cubicBezTo>
                  <a:cubicBezTo>
                    <a:pt x="583219" y="4661137"/>
                    <a:pt x="653594" y="4743825"/>
                    <a:pt x="722619" y="4828482"/>
                  </a:cubicBezTo>
                  <a:cubicBezTo>
                    <a:pt x="757315" y="4870637"/>
                    <a:pt x="791889" y="4913138"/>
                    <a:pt x="825972" y="4956104"/>
                  </a:cubicBezTo>
                  <a:cubicBezTo>
                    <a:pt x="859934" y="4998722"/>
                    <a:pt x="893649" y="5044004"/>
                    <a:pt x="926506" y="5085347"/>
                  </a:cubicBezTo>
                  <a:cubicBezTo>
                    <a:pt x="959119" y="5127734"/>
                    <a:pt x="993324" y="5168847"/>
                    <a:pt x="1027040" y="5210191"/>
                  </a:cubicBezTo>
                  <a:cubicBezTo>
                    <a:pt x="1061737" y="5250840"/>
                    <a:pt x="1096188" y="5291488"/>
                    <a:pt x="1132110" y="5330748"/>
                  </a:cubicBezTo>
                  <a:cubicBezTo>
                    <a:pt x="1203465" y="5409731"/>
                    <a:pt x="1277639" y="5485818"/>
                    <a:pt x="1354880" y="5558083"/>
                  </a:cubicBezTo>
                  <a:cubicBezTo>
                    <a:pt x="1509603" y="5702266"/>
                    <a:pt x="1676588" y="5830930"/>
                    <a:pt x="1855220" y="5937591"/>
                  </a:cubicBezTo>
                  <a:cubicBezTo>
                    <a:pt x="1944720" y="5990632"/>
                    <a:pt x="2036549" y="6039272"/>
                    <a:pt x="2131810" y="6080268"/>
                  </a:cubicBezTo>
                  <a:cubicBezTo>
                    <a:pt x="2226460" y="6122423"/>
                    <a:pt x="2324173" y="6157977"/>
                    <a:pt x="2423726" y="6188087"/>
                  </a:cubicBezTo>
                  <a:cubicBezTo>
                    <a:pt x="2523280" y="6218313"/>
                    <a:pt x="2624794" y="6242749"/>
                    <a:pt x="2727780" y="6262552"/>
                  </a:cubicBezTo>
                  <a:cubicBezTo>
                    <a:pt x="2830890" y="6282008"/>
                    <a:pt x="2935714" y="6295326"/>
                    <a:pt x="3041276" y="6304245"/>
                  </a:cubicBezTo>
                  <a:cubicBezTo>
                    <a:pt x="3146836" y="6313277"/>
                    <a:pt x="3253499" y="6317215"/>
                    <a:pt x="3360532" y="6317331"/>
                  </a:cubicBezTo>
                  <a:cubicBezTo>
                    <a:pt x="3387259" y="6317331"/>
                    <a:pt x="3414354" y="6317794"/>
                    <a:pt x="3439855" y="6316751"/>
                  </a:cubicBezTo>
                  <a:lnTo>
                    <a:pt x="3478721" y="6315826"/>
                  </a:lnTo>
                  <a:lnTo>
                    <a:pt x="3517463" y="6313971"/>
                  </a:lnTo>
                  <a:cubicBezTo>
                    <a:pt x="3569078" y="6311772"/>
                    <a:pt x="3620449" y="6306907"/>
                    <a:pt x="3671452" y="6301233"/>
                  </a:cubicBezTo>
                  <a:cubicBezTo>
                    <a:pt x="3875707" y="6277608"/>
                    <a:pt x="4074445" y="6225841"/>
                    <a:pt x="4265460" y="6149638"/>
                  </a:cubicBezTo>
                  <a:cubicBezTo>
                    <a:pt x="4361212" y="6111884"/>
                    <a:pt x="4454636" y="6067065"/>
                    <a:pt x="4546587" y="6018079"/>
                  </a:cubicBezTo>
                  <a:cubicBezTo>
                    <a:pt x="4638662" y="5969322"/>
                    <a:pt x="4729020" y="5915240"/>
                    <a:pt x="4818030" y="5858029"/>
                  </a:cubicBezTo>
                  <a:cubicBezTo>
                    <a:pt x="4907038" y="5800703"/>
                    <a:pt x="4994577" y="5739672"/>
                    <a:pt x="5081870" y="5676903"/>
                  </a:cubicBezTo>
                  <a:cubicBezTo>
                    <a:pt x="5125392" y="5645519"/>
                    <a:pt x="5168794" y="5613324"/>
                    <a:pt x="5212073" y="5581013"/>
                  </a:cubicBezTo>
                  <a:lnTo>
                    <a:pt x="5343625" y="5481533"/>
                  </a:lnTo>
                  <a:cubicBezTo>
                    <a:pt x="5432696" y="5414768"/>
                    <a:pt x="5521951" y="5349452"/>
                    <a:pt x="5610378" y="5284425"/>
                  </a:cubicBezTo>
                  <a:lnTo>
                    <a:pt x="5822102" y="5126414"/>
                  </a:lnTo>
                  <a:lnTo>
                    <a:pt x="5822102" y="5556641"/>
                  </a:lnTo>
                  <a:lnTo>
                    <a:pt x="5576325" y="5749979"/>
                  </a:lnTo>
                  <a:lnTo>
                    <a:pt x="5447715" y="5852818"/>
                  </a:lnTo>
                  <a:cubicBezTo>
                    <a:pt x="5403945" y="5887445"/>
                    <a:pt x="5359932" y="5922073"/>
                    <a:pt x="5315059" y="5956236"/>
                  </a:cubicBezTo>
                  <a:cubicBezTo>
                    <a:pt x="5225682" y="6024680"/>
                    <a:pt x="5133976" y="6091734"/>
                    <a:pt x="5038468" y="6155776"/>
                  </a:cubicBezTo>
                  <a:cubicBezTo>
                    <a:pt x="4943084" y="6219703"/>
                    <a:pt x="4845002" y="6281777"/>
                    <a:pt x="4741892" y="6338292"/>
                  </a:cubicBezTo>
                  <a:cubicBezTo>
                    <a:pt x="4638784" y="6394692"/>
                    <a:pt x="4532120" y="6447038"/>
                    <a:pt x="4420920" y="6492203"/>
                  </a:cubicBezTo>
                  <a:cubicBezTo>
                    <a:pt x="4199255" y="6583693"/>
                    <a:pt x="3959813" y="6644840"/>
                    <a:pt x="3717672" y="6670434"/>
                  </a:cubicBezTo>
                  <a:cubicBezTo>
                    <a:pt x="3657106" y="6676456"/>
                    <a:pt x="3596419" y="6681321"/>
                    <a:pt x="3535853" y="6683289"/>
                  </a:cubicBezTo>
                  <a:lnTo>
                    <a:pt x="3490367" y="6684910"/>
                  </a:lnTo>
                  <a:lnTo>
                    <a:pt x="3445005" y="6685142"/>
                  </a:lnTo>
                  <a:cubicBezTo>
                    <a:pt x="3414354" y="6685605"/>
                    <a:pt x="3385297" y="6684679"/>
                    <a:pt x="3355872" y="6684100"/>
                  </a:cubicBezTo>
                  <a:cubicBezTo>
                    <a:pt x="3297146" y="6683405"/>
                    <a:pt x="3238052" y="6680047"/>
                    <a:pt x="3179203" y="6677150"/>
                  </a:cubicBezTo>
                  <a:cubicBezTo>
                    <a:pt x="3120232" y="6672519"/>
                    <a:pt x="3061259" y="6668233"/>
                    <a:pt x="3002410" y="6661169"/>
                  </a:cubicBezTo>
                  <a:cubicBezTo>
                    <a:pt x="2884589" y="6647851"/>
                    <a:pt x="2766891" y="6629669"/>
                    <a:pt x="2650296" y="6604191"/>
                  </a:cubicBezTo>
                  <a:cubicBezTo>
                    <a:pt x="2533702" y="6578713"/>
                    <a:pt x="2418456" y="6545938"/>
                    <a:pt x="2306028" y="6505869"/>
                  </a:cubicBezTo>
                  <a:cubicBezTo>
                    <a:pt x="2193602" y="6465683"/>
                    <a:pt x="2084118" y="6417738"/>
                    <a:pt x="1978803" y="6363307"/>
                  </a:cubicBezTo>
                  <a:cubicBezTo>
                    <a:pt x="1873855" y="6308066"/>
                    <a:pt x="1773077" y="6246340"/>
                    <a:pt x="1678428" y="6177779"/>
                  </a:cubicBezTo>
                  <a:cubicBezTo>
                    <a:pt x="1488393" y="6041356"/>
                    <a:pt x="1321900" y="5881423"/>
                    <a:pt x="1175880" y="5710373"/>
                  </a:cubicBezTo>
                  <a:cubicBezTo>
                    <a:pt x="1103177" y="5624441"/>
                    <a:pt x="1035501" y="5535732"/>
                    <a:pt x="971502" y="5445399"/>
                  </a:cubicBezTo>
                  <a:cubicBezTo>
                    <a:pt x="907380" y="5355069"/>
                    <a:pt x="847550" y="5262768"/>
                    <a:pt x="790909" y="5169078"/>
                  </a:cubicBezTo>
                  <a:cubicBezTo>
                    <a:pt x="761974" y="5121712"/>
                    <a:pt x="735492" y="5077357"/>
                    <a:pt x="706680" y="5031959"/>
                  </a:cubicBezTo>
                  <a:cubicBezTo>
                    <a:pt x="678114" y="4986910"/>
                    <a:pt x="649058" y="4941860"/>
                    <a:pt x="619143" y="4897157"/>
                  </a:cubicBezTo>
                  <a:lnTo>
                    <a:pt x="436465" y="4628710"/>
                  </a:lnTo>
                  <a:cubicBezTo>
                    <a:pt x="406182" y="4583544"/>
                    <a:pt x="376267" y="4538147"/>
                    <a:pt x="347088" y="4492171"/>
                  </a:cubicBezTo>
                  <a:cubicBezTo>
                    <a:pt x="317908" y="4446194"/>
                    <a:pt x="288974" y="4400102"/>
                    <a:pt x="262001" y="4352619"/>
                  </a:cubicBezTo>
                  <a:cubicBezTo>
                    <a:pt x="207934" y="4258119"/>
                    <a:pt x="158280" y="4160840"/>
                    <a:pt x="118679" y="4059853"/>
                  </a:cubicBezTo>
                  <a:cubicBezTo>
                    <a:pt x="78343" y="3959214"/>
                    <a:pt x="48429" y="3854870"/>
                    <a:pt x="28322" y="3749136"/>
                  </a:cubicBezTo>
                  <a:cubicBezTo>
                    <a:pt x="9073" y="3643402"/>
                    <a:pt x="0" y="3536046"/>
                    <a:pt x="0" y="3428922"/>
                  </a:cubicBezTo>
                  <a:cubicBezTo>
                    <a:pt x="1594" y="3001816"/>
                    <a:pt x="89010" y="2575868"/>
                    <a:pt x="253052" y="2174356"/>
                  </a:cubicBezTo>
                  <a:cubicBezTo>
                    <a:pt x="294246" y="2074066"/>
                    <a:pt x="338873" y="1974700"/>
                    <a:pt x="389141" y="1877652"/>
                  </a:cubicBezTo>
                  <a:cubicBezTo>
                    <a:pt x="438672" y="1780256"/>
                    <a:pt x="493230" y="1684945"/>
                    <a:pt x="552079" y="1591834"/>
                  </a:cubicBezTo>
                  <a:cubicBezTo>
                    <a:pt x="669900" y="1405728"/>
                    <a:pt x="804394" y="1227729"/>
                    <a:pt x="954950" y="1061773"/>
                  </a:cubicBezTo>
                  <a:cubicBezTo>
                    <a:pt x="1030597" y="979085"/>
                    <a:pt x="1109552" y="898829"/>
                    <a:pt x="1192922" y="822626"/>
                  </a:cubicBezTo>
                  <a:cubicBezTo>
                    <a:pt x="1213642" y="803402"/>
                    <a:pt x="1234483" y="784409"/>
                    <a:pt x="1255939" y="765880"/>
                  </a:cubicBezTo>
                  <a:cubicBezTo>
                    <a:pt x="1277273" y="747234"/>
                    <a:pt x="1298237" y="728241"/>
                    <a:pt x="1320183" y="710291"/>
                  </a:cubicBezTo>
                  <a:cubicBezTo>
                    <a:pt x="1363585" y="673811"/>
                    <a:pt x="1408088" y="638489"/>
                    <a:pt x="1452961" y="603514"/>
                  </a:cubicBezTo>
                  <a:cubicBezTo>
                    <a:pt x="1633310" y="464543"/>
                    <a:pt x="1828125" y="341437"/>
                    <a:pt x="2033360" y="235818"/>
                  </a:cubicBezTo>
                  <a:cubicBezTo>
                    <a:pt x="2187242" y="156561"/>
                    <a:pt x="2347554" y="87597"/>
                    <a:pt x="2512513" y="3001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15102EBE-A80F-4CFF-B1DD-941EF9728B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04998" y="98659"/>
              <a:ext cx="5774333" cy="6315453"/>
            </a:xfrm>
            <a:custGeom>
              <a:avLst/>
              <a:gdLst>
                <a:gd name="connsiteX0" fmla="*/ 3707237 w 5774333"/>
                <a:gd name="connsiteY0" fmla="*/ 1489 h 6315453"/>
                <a:gd name="connsiteX1" fmla="*/ 4037665 w 5774333"/>
                <a:gd name="connsiteY1" fmla="*/ 6121 h 6315453"/>
                <a:gd name="connsiteX2" fmla="*/ 4692239 w 5774333"/>
                <a:gd name="connsiteY2" fmla="*/ 102128 h 6315453"/>
                <a:gd name="connsiteX3" fmla="*/ 5315059 w 5774333"/>
                <a:gd name="connsiteY3" fmla="*/ 324945 h 6315453"/>
                <a:gd name="connsiteX4" fmla="*/ 5738325 w 5774333"/>
                <a:gd name="connsiteY4" fmla="*/ 578286 h 6315453"/>
                <a:gd name="connsiteX5" fmla="*/ 5774333 w 5774333"/>
                <a:gd name="connsiteY5" fmla="*/ 606551 h 6315453"/>
                <a:gd name="connsiteX6" fmla="*/ 5774333 w 5774333"/>
                <a:gd name="connsiteY6" fmla="*/ 975490 h 6315453"/>
                <a:gd name="connsiteX7" fmla="*/ 5676001 w 5774333"/>
                <a:gd name="connsiteY7" fmla="*/ 889749 h 6315453"/>
                <a:gd name="connsiteX8" fmla="*/ 5177132 w 5774333"/>
                <a:gd name="connsiteY8" fmla="*/ 581926 h 6315453"/>
                <a:gd name="connsiteX9" fmla="*/ 4615735 w 5774333"/>
                <a:gd name="connsiteY9" fmla="*/ 388640 h 6315453"/>
                <a:gd name="connsiteX10" fmla="*/ 4020010 w 5774333"/>
                <a:gd name="connsiteY10" fmla="*/ 308500 h 6315453"/>
                <a:gd name="connsiteX11" fmla="*/ 3416315 w 5774333"/>
                <a:gd name="connsiteY11" fmla="*/ 328882 h 6315453"/>
                <a:gd name="connsiteX12" fmla="*/ 2823779 w 5774333"/>
                <a:gd name="connsiteY12" fmla="*/ 446545 h 6315453"/>
                <a:gd name="connsiteX13" fmla="*/ 2256987 w 5774333"/>
                <a:gd name="connsiteY13" fmla="*/ 651296 h 6315453"/>
                <a:gd name="connsiteX14" fmla="*/ 1244169 w 5774333"/>
                <a:gd name="connsiteY14" fmla="*/ 1280374 h 6315453"/>
                <a:gd name="connsiteX15" fmla="*/ 830141 w 5774333"/>
                <a:gd name="connsiteY15" fmla="*/ 1700184 h 6315453"/>
                <a:gd name="connsiteX16" fmla="*/ 502792 w 5774333"/>
                <a:gd name="connsiteY16" fmla="*/ 2182300 h 6315453"/>
                <a:gd name="connsiteX17" fmla="*/ 280637 w 5774333"/>
                <a:gd name="connsiteY17" fmla="*/ 2715256 h 6315453"/>
                <a:gd name="connsiteX18" fmla="*/ 199843 w 5774333"/>
                <a:gd name="connsiteY18" fmla="*/ 3283418 h 6315453"/>
                <a:gd name="connsiteX19" fmla="*/ 233926 w 5774333"/>
                <a:gd name="connsiteY19" fmla="*/ 3561593 h 6315453"/>
                <a:gd name="connsiteX20" fmla="*/ 334582 w 5774333"/>
                <a:gd name="connsiteY20" fmla="*/ 3821816 h 6315453"/>
                <a:gd name="connsiteX21" fmla="*/ 404834 w 5774333"/>
                <a:gd name="connsiteY21" fmla="*/ 3944343 h 6315453"/>
                <a:gd name="connsiteX22" fmla="*/ 485506 w 5774333"/>
                <a:gd name="connsiteY22" fmla="*/ 4062932 h 6315453"/>
                <a:gd name="connsiteX23" fmla="*/ 671861 w 5774333"/>
                <a:gd name="connsiteY23" fmla="*/ 4292120 h 6315453"/>
                <a:gd name="connsiteX24" fmla="*/ 873542 w 5774333"/>
                <a:gd name="connsiteY24" fmla="*/ 4523044 h 6315453"/>
                <a:gd name="connsiteX25" fmla="*/ 973831 w 5774333"/>
                <a:gd name="connsiteY25" fmla="*/ 4643601 h 6315453"/>
                <a:gd name="connsiteX26" fmla="*/ 1022014 w 5774333"/>
                <a:gd name="connsiteY26" fmla="*/ 4702780 h 6315453"/>
                <a:gd name="connsiteX27" fmla="*/ 1069215 w 5774333"/>
                <a:gd name="connsiteY27" fmla="*/ 4759411 h 6315453"/>
                <a:gd name="connsiteX28" fmla="*/ 1474784 w 5774333"/>
                <a:gd name="connsiteY28" fmla="*/ 5177948 h 6315453"/>
                <a:gd name="connsiteX29" fmla="*/ 1690442 w 5774333"/>
                <a:gd name="connsiteY29" fmla="*/ 5366255 h 6315453"/>
                <a:gd name="connsiteX30" fmla="*/ 1916276 w 5774333"/>
                <a:gd name="connsiteY30" fmla="*/ 5539852 h 6315453"/>
                <a:gd name="connsiteX31" fmla="*/ 2420784 w 5774333"/>
                <a:gd name="connsiteY31" fmla="*/ 5814437 h 6315453"/>
                <a:gd name="connsiteX32" fmla="*/ 2703015 w 5774333"/>
                <a:gd name="connsiteY32" fmla="*/ 5892029 h 6315453"/>
                <a:gd name="connsiteX33" fmla="*/ 2775350 w 5774333"/>
                <a:gd name="connsiteY33" fmla="*/ 5905695 h 6315453"/>
                <a:gd name="connsiteX34" fmla="*/ 2848299 w 5774333"/>
                <a:gd name="connsiteY34" fmla="*/ 5917161 h 6315453"/>
                <a:gd name="connsiteX35" fmla="*/ 2995544 w 5774333"/>
                <a:gd name="connsiteY35" fmla="*/ 5933605 h 6315453"/>
                <a:gd name="connsiteX36" fmla="*/ 3069596 w 5774333"/>
                <a:gd name="connsiteY36" fmla="*/ 5938933 h 6315453"/>
                <a:gd name="connsiteX37" fmla="*/ 3143894 w 5774333"/>
                <a:gd name="connsiteY37" fmla="*/ 5942639 h 6315453"/>
                <a:gd name="connsiteX38" fmla="*/ 3218436 w 5774333"/>
                <a:gd name="connsiteY38" fmla="*/ 5944260 h 6315453"/>
                <a:gd name="connsiteX39" fmla="*/ 3293101 w 5774333"/>
                <a:gd name="connsiteY39" fmla="*/ 5943913 h 6315453"/>
                <a:gd name="connsiteX40" fmla="*/ 3330494 w 5774333"/>
                <a:gd name="connsiteY40" fmla="*/ 5943565 h 6315453"/>
                <a:gd name="connsiteX41" fmla="*/ 3366540 w 5774333"/>
                <a:gd name="connsiteY41" fmla="*/ 5942059 h 6315453"/>
                <a:gd name="connsiteX42" fmla="*/ 3402462 w 5774333"/>
                <a:gd name="connsiteY42" fmla="*/ 5940323 h 6315453"/>
                <a:gd name="connsiteX43" fmla="*/ 3438262 w 5774333"/>
                <a:gd name="connsiteY43" fmla="*/ 5937543 h 6315453"/>
                <a:gd name="connsiteX44" fmla="*/ 3580236 w 5774333"/>
                <a:gd name="connsiteY44" fmla="*/ 5920982 h 6315453"/>
                <a:gd name="connsiteX45" fmla="*/ 4121034 w 5774333"/>
                <a:gd name="connsiteY45" fmla="*/ 5753290 h 6315453"/>
                <a:gd name="connsiteX46" fmla="*/ 4620639 w 5774333"/>
                <a:gd name="connsiteY46" fmla="*/ 5459364 h 6315453"/>
                <a:gd name="connsiteX47" fmla="*/ 4741771 w 5774333"/>
                <a:gd name="connsiteY47" fmla="*/ 5372971 h 6315453"/>
                <a:gd name="connsiteX48" fmla="*/ 4862901 w 5774333"/>
                <a:gd name="connsiteY48" fmla="*/ 5283682 h 6315453"/>
                <a:gd name="connsiteX49" fmla="*/ 5108229 w 5774333"/>
                <a:gd name="connsiteY49" fmla="*/ 5098386 h 6315453"/>
                <a:gd name="connsiteX50" fmla="*/ 5612493 w 5774333"/>
                <a:gd name="connsiteY50" fmla="*/ 4739724 h 6315453"/>
                <a:gd name="connsiteX51" fmla="*/ 5774333 w 5774333"/>
                <a:gd name="connsiteY51" fmla="*/ 4623488 h 6315453"/>
                <a:gd name="connsiteX52" fmla="*/ 5774333 w 5774333"/>
                <a:gd name="connsiteY52" fmla="*/ 5232926 h 6315453"/>
                <a:gd name="connsiteX53" fmla="*/ 5676492 w 5774333"/>
                <a:gd name="connsiteY53" fmla="*/ 5306859 h 6315453"/>
                <a:gd name="connsiteX54" fmla="*/ 5426260 w 5774333"/>
                <a:gd name="connsiteY54" fmla="*/ 5486233 h 6315453"/>
                <a:gd name="connsiteX55" fmla="*/ 5300225 w 5774333"/>
                <a:gd name="connsiteY55" fmla="*/ 5576217 h 6315453"/>
                <a:gd name="connsiteX56" fmla="*/ 5170757 w 5774333"/>
                <a:gd name="connsiteY56" fmla="*/ 5666780 h 6315453"/>
                <a:gd name="connsiteX57" fmla="*/ 5038100 w 5774333"/>
                <a:gd name="connsiteY57" fmla="*/ 5756185 h 6315453"/>
                <a:gd name="connsiteX58" fmla="*/ 4901276 w 5774333"/>
                <a:gd name="connsiteY58" fmla="*/ 5843043 h 6315453"/>
                <a:gd name="connsiteX59" fmla="*/ 4614019 w 5774333"/>
                <a:gd name="connsiteY59" fmla="*/ 6006103 h 6315453"/>
                <a:gd name="connsiteX60" fmla="*/ 4305061 w 5774333"/>
                <a:gd name="connsiteY60" fmla="*/ 6144726 h 6315453"/>
                <a:gd name="connsiteX61" fmla="*/ 3632710 w 5774333"/>
                <a:gd name="connsiteY61" fmla="*/ 6304196 h 6315453"/>
                <a:gd name="connsiteX62" fmla="*/ 3459594 w 5774333"/>
                <a:gd name="connsiteY62" fmla="*/ 6314504 h 6315453"/>
                <a:gd name="connsiteX63" fmla="*/ 3416315 w 5774333"/>
                <a:gd name="connsiteY63" fmla="*/ 6315429 h 6315453"/>
                <a:gd name="connsiteX64" fmla="*/ 3373159 w 5774333"/>
                <a:gd name="connsiteY64" fmla="*/ 6315198 h 6315453"/>
                <a:gd name="connsiteX65" fmla="*/ 3330127 w 5774333"/>
                <a:gd name="connsiteY65" fmla="*/ 6314735 h 6315453"/>
                <a:gd name="connsiteX66" fmla="*/ 3288320 w 5774333"/>
                <a:gd name="connsiteY66" fmla="*/ 6313230 h 6315453"/>
                <a:gd name="connsiteX67" fmla="*/ 2954350 w 5774333"/>
                <a:gd name="connsiteY67" fmla="*/ 6288098 h 6315453"/>
                <a:gd name="connsiteX68" fmla="*/ 2622466 w 5774333"/>
                <a:gd name="connsiteY68" fmla="*/ 6232742 h 6315453"/>
                <a:gd name="connsiteX69" fmla="*/ 2296466 w 5774333"/>
                <a:gd name="connsiteY69" fmla="*/ 6146001 h 6315453"/>
                <a:gd name="connsiteX70" fmla="*/ 1672419 w 5774333"/>
                <a:gd name="connsiteY70" fmla="*/ 5885197 h 6315453"/>
                <a:gd name="connsiteX71" fmla="*/ 1146578 w 5774333"/>
                <a:gd name="connsiteY71" fmla="*/ 5479168 h 6315453"/>
                <a:gd name="connsiteX72" fmla="*/ 933372 w 5774333"/>
                <a:gd name="connsiteY72" fmla="*/ 5234810 h 6315453"/>
                <a:gd name="connsiteX73" fmla="*/ 747140 w 5774333"/>
                <a:gd name="connsiteY73" fmla="*/ 4976091 h 6315453"/>
                <a:gd name="connsiteX74" fmla="*/ 703616 w 5774333"/>
                <a:gd name="connsiteY74" fmla="*/ 4910196 h 6315453"/>
                <a:gd name="connsiteX75" fmla="*/ 662053 w 5774333"/>
                <a:gd name="connsiteY75" fmla="*/ 4846269 h 6315453"/>
                <a:gd name="connsiteX76" fmla="*/ 580033 w 5774333"/>
                <a:gd name="connsiteY76" fmla="*/ 4722352 h 6315453"/>
                <a:gd name="connsiteX77" fmla="*/ 410105 w 5774333"/>
                <a:gd name="connsiteY77" fmla="*/ 4469193 h 6315453"/>
                <a:gd name="connsiteX78" fmla="*/ 244224 w 5774333"/>
                <a:gd name="connsiteY78" fmla="*/ 4201556 h 6315453"/>
                <a:gd name="connsiteX79" fmla="*/ 169437 w 5774333"/>
                <a:gd name="connsiteY79" fmla="*/ 4059690 h 6315453"/>
                <a:gd name="connsiteX80" fmla="*/ 105929 w 5774333"/>
                <a:gd name="connsiteY80" fmla="*/ 3911221 h 6315453"/>
                <a:gd name="connsiteX81" fmla="*/ 57256 w 5774333"/>
                <a:gd name="connsiteY81" fmla="*/ 3757195 h 6315453"/>
                <a:gd name="connsiteX82" fmla="*/ 39111 w 5774333"/>
                <a:gd name="connsiteY82" fmla="*/ 3678677 h 6315453"/>
                <a:gd name="connsiteX83" fmla="*/ 31142 w 5774333"/>
                <a:gd name="connsiteY83" fmla="*/ 3639300 h 6315453"/>
                <a:gd name="connsiteX84" fmla="*/ 24521 w 5774333"/>
                <a:gd name="connsiteY84" fmla="*/ 3599809 h 6315453"/>
                <a:gd name="connsiteX85" fmla="*/ 0 w 5774333"/>
                <a:gd name="connsiteY85" fmla="*/ 3283418 h 6315453"/>
                <a:gd name="connsiteX86" fmla="*/ 68045 w 5774333"/>
                <a:gd name="connsiteY86" fmla="*/ 2666963 h 6315453"/>
                <a:gd name="connsiteX87" fmla="*/ 272546 w 5774333"/>
                <a:gd name="connsiteY87" fmla="*/ 2076334 h 6315453"/>
                <a:gd name="connsiteX88" fmla="*/ 1039300 w 5774333"/>
                <a:gd name="connsiteY88" fmla="*/ 1073307 h 6315453"/>
                <a:gd name="connsiteX89" fmla="*/ 1547733 w 5774333"/>
                <a:gd name="connsiteY89" fmla="*/ 680365 h 6315453"/>
                <a:gd name="connsiteX90" fmla="*/ 2115995 w 5774333"/>
                <a:gd name="connsiteY90" fmla="*/ 368373 h 6315453"/>
                <a:gd name="connsiteX91" fmla="*/ 3377451 w 5774333"/>
                <a:gd name="connsiteY91" fmla="*/ 24304 h 6315453"/>
                <a:gd name="connsiteX92" fmla="*/ 3707237 w 5774333"/>
                <a:gd name="connsiteY92" fmla="*/ 1489 h 6315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5774333" h="6315453">
                  <a:moveTo>
                    <a:pt x="3707237" y="1489"/>
                  </a:moveTo>
                  <a:cubicBezTo>
                    <a:pt x="3817502" y="-1522"/>
                    <a:pt x="3927875" y="41"/>
                    <a:pt x="4037665" y="6121"/>
                  </a:cubicBezTo>
                  <a:cubicBezTo>
                    <a:pt x="4257614" y="18745"/>
                    <a:pt x="4477439" y="49665"/>
                    <a:pt x="4692239" y="102128"/>
                  </a:cubicBezTo>
                  <a:cubicBezTo>
                    <a:pt x="4907039" y="154474"/>
                    <a:pt x="5116811" y="228592"/>
                    <a:pt x="5315059" y="324945"/>
                  </a:cubicBezTo>
                  <a:cubicBezTo>
                    <a:pt x="5463562" y="397211"/>
                    <a:pt x="5606133" y="481527"/>
                    <a:pt x="5738325" y="578286"/>
                  </a:cubicBezTo>
                  <a:lnTo>
                    <a:pt x="5774333" y="606551"/>
                  </a:lnTo>
                  <a:lnTo>
                    <a:pt x="5774333" y="975490"/>
                  </a:lnTo>
                  <a:lnTo>
                    <a:pt x="5676001" y="889749"/>
                  </a:lnTo>
                  <a:cubicBezTo>
                    <a:pt x="5522381" y="769886"/>
                    <a:pt x="5355519" y="665657"/>
                    <a:pt x="5177132" y="581926"/>
                  </a:cubicBezTo>
                  <a:cubicBezTo>
                    <a:pt x="4998867" y="497965"/>
                    <a:pt x="4810183" y="433574"/>
                    <a:pt x="4615735" y="388640"/>
                  </a:cubicBezTo>
                  <a:cubicBezTo>
                    <a:pt x="4421289" y="343591"/>
                    <a:pt x="4221446" y="317649"/>
                    <a:pt x="4020010" y="308500"/>
                  </a:cubicBezTo>
                  <a:cubicBezTo>
                    <a:pt x="3818207" y="298887"/>
                    <a:pt x="3616649" y="305257"/>
                    <a:pt x="3416315" y="328882"/>
                  </a:cubicBezTo>
                  <a:cubicBezTo>
                    <a:pt x="3216106" y="352623"/>
                    <a:pt x="3017736" y="392346"/>
                    <a:pt x="2823779" y="446545"/>
                  </a:cubicBezTo>
                  <a:cubicBezTo>
                    <a:pt x="2629699" y="500513"/>
                    <a:pt x="2440401" y="570345"/>
                    <a:pt x="2256987" y="651296"/>
                  </a:cubicBezTo>
                  <a:cubicBezTo>
                    <a:pt x="1889058" y="811461"/>
                    <a:pt x="1545527" y="1023856"/>
                    <a:pt x="1244169" y="1280374"/>
                  </a:cubicBezTo>
                  <a:cubicBezTo>
                    <a:pt x="1093982" y="1409039"/>
                    <a:pt x="954828" y="1549400"/>
                    <a:pt x="830141" y="1700184"/>
                  </a:cubicBezTo>
                  <a:cubicBezTo>
                    <a:pt x="705209" y="1850736"/>
                    <a:pt x="594989" y="2012176"/>
                    <a:pt x="502792" y="2182300"/>
                  </a:cubicBezTo>
                  <a:cubicBezTo>
                    <a:pt x="410595" y="2352308"/>
                    <a:pt x="333847" y="2530307"/>
                    <a:pt x="280637" y="2715256"/>
                  </a:cubicBezTo>
                  <a:cubicBezTo>
                    <a:pt x="227306" y="2899741"/>
                    <a:pt x="199719" y="3091521"/>
                    <a:pt x="199843" y="3283418"/>
                  </a:cubicBezTo>
                  <a:cubicBezTo>
                    <a:pt x="200946" y="3377687"/>
                    <a:pt x="210754" y="3471261"/>
                    <a:pt x="233926" y="3561593"/>
                  </a:cubicBezTo>
                  <a:cubicBezTo>
                    <a:pt x="256730" y="3652040"/>
                    <a:pt x="292162" y="3738550"/>
                    <a:pt x="334582" y="3821816"/>
                  </a:cubicBezTo>
                  <a:cubicBezTo>
                    <a:pt x="356038" y="3863392"/>
                    <a:pt x="379823" y="3904157"/>
                    <a:pt x="404834" y="3944343"/>
                  </a:cubicBezTo>
                  <a:cubicBezTo>
                    <a:pt x="430212" y="3984413"/>
                    <a:pt x="457308" y="4023905"/>
                    <a:pt x="485506" y="4062932"/>
                  </a:cubicBezTo>
                  <a:cubicBezTo>
                    <a:pt x="542639" y="4140757"/>
                    <a:pt x="606146" y="4216265"/>
                    <a:pt x="671861" y="4292120"/>
                  </a:cubicBezTo>
                  <a:cubicBezTo>
                    <a:pt x="737576" y="4368091"/>
                    <a:pt x="806234" y="4444062"/>
                    <a:pt x="873542" y="4523044"/>
                  </a:cubicBezTo>
                  <a:cubicBezTo>
                    <a:pt x="907258" y="4562419"/>
                    <a:pt x="940606" y="4602721"/>
                    <a:pt x="973831" y="4643601"/>
                  </a:cubicBezTo>
                  <a:lnTo>
                    <a:pt x="1022014" y="4702780"/>
                  </a:lnTo>
                  <a:cubicBezTo>
                    <a:pt x="1037829" y="4721658"/>
                    <a:pt x="1052910" y="4740998"/>
                    <a:pt x="1069215" y="4759411"/>
                  </a:cubicBezTo>
                  <a:cubicBezTo>
                    <a:pt x="1196477" y="4909269"/>
                    <a:pt x="1334527" y="5047199"/>
                    <a:pt x="1474784" y="5177948"/>
                  </a:cubicBezTo>
                  <a:cubicBezTo>
                    <a:pt x="1545281" y="5243033"/>
                    <a:pt x="1617003" y="5305917"/>
                    <a:pt x="1690442" y="5366255"/>
                  </a:cubicBezTo>
                  <a:cubicBezTo>
                    <a:pt x="1763881" y="5426591"/>
                    <a:pt x="1838668" y="5484959"/>
                    <a:pt x="1916276" y="5539852"/>
                  </a:cubicBezTo>
                  <a:cubicBezTo>
                    <a:pt x="2070877" y="5649872"/>
                    <a:pt x="2237617" y="5748194"/>
                    <a:pt x="2420784" y="5814437"/>
                  </a:cubicBezTo>
                  <a:cubicBezTo>
                    <a:pt x="2512124" y="5847559"/>
                    <a:pt x="2606773" y="5872921"/>
                    <a:pt x="2703015" y="5892029"/>
                  </a:cubicBezTo>
                  <a:cubicBezTo>
                    <a:pt x="2727168" y="5896546"/>
                    <a:pt x="2751075" y="5901758"/>
                    <a:pt x="2775350" y="5905695"/>
                  </a:cubicBezTo>
                  <a:lnTo>
                    <a:pt x="2848299" y="5917161"/>
                  </a:lnTo>
                  <a:cubicBezTo>
                    <a:pt x="2897218" y="5923298"/>
                    <a:pt x="2946136" y="5929784"/>
                    <a:pt x="2995544" y="5933605"/>
                  </a:cubicBezTo>
                  <a:cubicBezTo>
                    <a:pt x="3020188" y="5935806"/>
                    <a:pt x="3044831" y="5937891"/>
                    <a:pt x="3069596" y="5938933"/>
                  </a:cubicBezTo>
                  <a:cubicBezTo>
                    <a:pt x="3094362" y="5940090"/>
                    <a:pt x="3119005" y="5941943"/>
                    <a:pt x="3143894" y="5942639"/>
                  </a:cubicBezTo>
                  <a:lnTo>
                    <a:pt x="3218436" y="5944260"/>
                  </a:lnTo>
                  <a:cubicBezTo>
                    <a:pt x="3243201" y="5944838"/>
                    <a:pt x="3268212" y="5944029"/>
                    <a:pt x="3293101" y="5943913"/>
                  </a:cubicBezTo>
                  <a:lnTo>
                    <a:pt x="3330494" y="5943565"/>
                  </a:lnTo>
                  <a:cubicBezTo>
                    <a:pt x="3342632" y="5943218"/>
                    <a:pt x="3354524" y="5942523"/>
                    <a:pt x="3366540" y="5942059"/>
                  </a:cubicBezTo>
                  <a:cubicBezTo>
                    <a:pt x="3378554" y="5941480"/>
                    <a:pt x="3390570" y="5941134"/>
                    <a:pt x="3402462" y="5940323"/>
                  </a:cubicBezTo>
                  <a:lnTo>
                    <a:pt x="3438262" y="5937543"/>
                  </a:lnTo>
                  <a:cubicBezTo>
                    <a:pt x="3485954" y="5933953"/>
                    <a:pt x="3533279" y="5927931"/>
                    <a:pt x="3580236" y="5920982"/>
                  </a:cubicBezTo>
                  <a:cubicBezTo>
                    <a:pt x="3768185" y="5891567"/>
                    <a:pt x="3948901" y="5834010"/>
                    <a:pt x="4121034" y="5753290"/>
                  </a:cubicBezTo>
                  <a:cubicBezTo>
                    <a:pt x="4293782" y="5673497"/>
                    <a:pt x="4458191" y="5571353"/>
                    <a:pt x="4620639" y="5459364"/>
                  </a:cubicBezTo>
                  <a:cubicBezTo>
                    <a:pt x="4661221" y="5431455"/>
                    <a:pt x="4701557" y="5402271"/>
                    <a:pt x="4741771" y="5372971"/>
                  </a:cubicBezTo>
                  <a:cubicBezTo>
                    <a:pt x="4782230" y="5343672"/>
                    <a:pt x="4822566" y="5313908"/>
                    <a:pt x="4862901" y="5283682"/>
                  </a:cubicBezTo>
                  <a:lnTo>
                    <a:pt x="5108229" y="5098386"/>
                  </a:lnTo>
                  <a:cubicBezTo>
                    <a:pt x="5276563" y="4972270"/>
                    <a:pt x="5446489" y="4854838"/>
                    <a:pt x="5612493" y="4739724"/>
                  </a:cubicBezTo>
                  <a:lnTo>
                    <a:pt x="5774333" y="4623488"/>
                  </a:lnTo>
                  <a:lnTo>
                    <a:pt x="5774333" y="5232926"/>
                  </a:lnTo>
                  <a:lnTo>
                    <a:pt x="5676492" y="5306859"/>
                  </a:lnTo>
                  <a:cubicBezTo>
                    <a:pt x="5592693" y="5367905"/>
                    <a:pt x="5508955" y="5427286"/>
                    <a:pt x="5426260" y="5486233"/>
                  </a:cubicBezTo>
                  <a:lnTo>
                    <a:pt x="5300225" y="5576217"/>
                  </a:lnTo>
                  <a:cubicBezTo>
                    <a:pt x="5257559" y="5606443"/>
                    <a:pt x="5214525" y="5636901"/>
                    <a:pt x="5170757" y="5666780"/>
                  </a:cubicBezTo>
                  <a:cubicBezTo>
                    <a:pt x="5127110" y="5696775"/>
                    <a:pt x="5082973" y="5726654"/>
                    <a:pt x="5038100" y="5756185"/>
                  </a:cubicBezTo>
                  <a:cubicBezTo>
                    <a:pt x="4993106" y="5785486"/>
                    <a:pt x="4947743" y="5814553"/>
                    <a:pt x="4901276" y="5843043"/>
                  </a:cubicBezTo>
                  <a:cubicBezTo>
                    <a:pt x="4808835" y="5900136"/>
                    <a:pt x="4713449" y="5955494"/>
                    <a:pt x="4614019" y="6006103"/>
                  </a:cubicBezTo>
                  <a:cubicBezTo>
                    <a:pt x="4514711" y="6056943"/>
                    <a:pt x="4411971" y="6104192"/>
                    <a:pt x="4305061" y="6144726"/>
                  </a:cubicBezTo>
                  <a:cubicBezTo>
                    <a:pt x="4092223" y="6226952"/>
                    <a:pt x="3863569" y="6282424"/>
                    <a:pt x="3632710" y="6304196"/>
                  </a:cubicBezTo>
                  <a:cubicBezTo>
                    <a:pt x="3574964" y="6309408"/>
                    <a:pt x="3517218" y="6313345"/>
                    <a:pt x="3459594" y="6314504"/>
                  </a:cubicBezTo>
                  <a:lnTo>
                    <a:pt x="3416315" y="6315429"/>
                  </a:lnTo>
                  <a:cubicBezTo>
                    <a:pt x="3401971" y="6315546"/>
                    <a:pt x="3387505" y="6315198"/>
                    <a:pt x="3373159" y="6315198"/>
                  </a:cubicBezTo>
                  <a:lnTo>
                    <a:pt x="3330127" y="6314735"/>
                  </a:lnTo>
                  <a:lnTo>
                    <a:pt x="3288320" y="6313230"/>
                  </a:lnTo>
                  <a:cubicBezTo>
                    <a:pt x="3176996" y="6309870"/>
                    <a:pt x="3065428" y="6301533"/>
                    <a:pt x="2954350" y="6288098"/>
                  </a:cubicBezTo>
                  <a:cubicBezTo>
                    <a:pt x="2843150" y="6275360"/>
                    <a:pt x="2732194" y="6257061"/>
                    <a:pt x="2622466" y="6232742"/>
                  </a:cubicBezTo>
                  <a:cubicBezTo>
                    <a:pt x="2512859" y="6208190"/>
                    <a:pt x="2404110" y="6179122"/>
                    <a:pt x="2296466" y="6146001"/>
                  </a:cubicBezTo>
                  <a:cubicBezTo>
                    <a:pt x="2081544" y="6079179"/>
                    <a:pt x="1869073" y="5996027"/>
                    <a:pt x="1672419" y="5885197"/>
                  </a:cubicBezTo>
                  <a:cubicBezTo>
                    <a:pt x="1475643" y="5774599"/>
                    <a:pt x="1299954" y="5634353"/>
                    <a:pt x="1146578" y="5479168"/>
                  </a:cubicBezTo>
                  <a:cubicBezTo>
                    <a:pt x="1069461" y="5401692"/>
                    <a:pt x="999333" y="5319235"/>
                    <a:pt x="933372" y="5234810"/>
                  </a:cubicBezTo>
                  <a:cubicBezTo>
                    <a:pt x="867781" y="5150038"/>
                    <a:pt x="805375" y="5063991"/>
                    <a:pt x="747140" y="4976091"/>
                  </a:cubicBezTo>
                  <a:cubicBezTo>
                    <a:pt x="732182" y="4954319"/>
                    <a:pt x="718082" y="4932199"/>
                    <a:pt x="703616" y="4910196"/>
                  </a:cubicBezTo>
                  <a:lnTo>
                    <a:pt x="662053" y="4846269"/>
                  </a:lnTo>
                  <a:cubicBezTo>
                    <a:pt x="635449" y="4804925"/>
                    <a:pt x="607864" y="4763928"/>
                    <a:pt x="580033" y="4722352"/>
                  </a:cubicBezTo>
                  <a:lnTo>
                    <a:pt x="410105" y="4469193"/>
                  </a:lnTo>
                  <a:cubicBezTo>
                    <a:pt x="353095" y="4382915"/>
                    <a:pt x="296820" y="4294089"/>
                    <a:pt x="244224" y="4201556"/>
                  </a:cubicBezTo>
                  <a:cubicBezTo>
                    <a:pt x="217987" y="4155232"/>
                    <a:pt x="192609" y="4108098"/>
                    <a:pt x="169437" y="4059690"/>
                  </a:cubicBezTo>
                  <a:cubicBezTo>
                    <a:pt x="146388" y="4011165"/>
                    <a:pt x="124932" y="3961715"/>
                    <a:pt x="105929" y="3911221"/>
                  </a:cubicBezTo>
                  <a:cubicBezTo>
                    <a:pt x="87293" y="3860613"/>
                    <a:pt x="70742" y="3809309"/>
                    <a:pt x="57256" y="3757195"/>
                  </a:cubicBezTo>
                  <a:cubicBezTo>
                    <a:pt x="50881" y="3731138"/>
                    <a:pt x="44383" y="3704965"/>
                    <a:pt x="39111" y="3678677"/>
                  </a:cubicBezTo>
                  <a:lnTo>
                    <a:pt x="31142" y="3639300"/>
                  </a:lnTo>
                  <a:lnTo>
                    <a:pt x="24521" y="3599809"/>
                  </a:lnTo>
                  <a:cubicBezTo>
                    <a:pt x="7234" y="3494423"/>
                    <a:pt x="0" y="3388457"/>
                    <a:pt x="0" y="3283418"/>
                  </a:cubicBezTo>
                  <a:cubicBezTo>
                    <a:pt x="491" y="3076698"/>
                    <a:pt x="23418" y="2869978"/>
                    <a:pt x="68045" y="2666963"/>
                  </a:cubicBezTo>
                  <a:cubicBezTo>
                    <a:pt x="112550" y="2464064"/>
                    <a:pt x="180717" y="2265104"/>
                    <a:pt x="272546" y="2076334"/>
                  </a:cubicBezTo>
                  <a:cubicBezTo>
                    <a:pt x="457062" y="1698794"/>
                    <a:pt x="724457" y="1360978"/>
                    <a:pt x="1039300" y="1073307"/>
                  </a:cubicBezTo>
                  <a:cubicBezTo>
                    <a:pt x="1197090" y="929472"/>
                    <a:pt x="1367630" y="798259"/>
                    <a:pt x="1547733" y="680365"/>
                  </a:cubicBezTo>
                  <a:cubicBezTo>
                    <a:pt x="1728081" y="562587"/>
                    <a:pt x="1917870" y="457663"/>
                    <a:pt x="2115995" y="368373"/>
                  </a:cubicBezTo>
                  <a:cubicBezTo>
                    <a:pt x="2512737" y="191070"/>
                    <a:pt x="2939883" y="73870"/>
                    <a:pt x="3377451" y="24304"/>
                  </a:cubicBezTo>
                  <a:cubicBezTo>
                    <a:pt x="3486812" y="12086"/>
                    <a:pt x="3596971" y="4500"/>
                    <a:pt x="3707237" y="148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EC18CE1F-9DF1-47AF-9E66-6CE348AC2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464911 h 6229400"/>
                <a:gd name="connsiteX4" fmla="*/ 5660063 w 5769111"/>
                <a:gd name="connsiteY4" fmla="*/ 1328105 h 6229400"/>
                <a:gd name="connsiteX5" fmla="*/ 4910471 w 5769111"/>
                <a:gd name="connsiteY5" fmla="*/ 781599 h 6229400"/>
                <a:gd name="connsiteX6" fmla="*/ 3882695 w 5769111"/>
                <a:gd name="connsiteY6" fmla="*/ 579048 h 6229400"/>
                <a:gd name="connsiteX7" fmla="*/ 2683153 w 5769111"/>
                <a:gd name="connsiteY7" fmla="*/ 797003 h 6229400"/>
                <a:gd name="connsiteX8" fmla="*/ 1617493 w 5769111"/>
                <a:gd name="connsiteY8" fmla="*/ 1395738 h 6229400"/>
                <a:gd name="connsiteX9" fmla="*/ 880408 w 5769111"/>
                <a:gd name="connsiteY9" fmla="*/ 2259099 h 6229400"/>
                <a:gd name="connsiteX10" fmla="*/ 613135 w 5769111"/>
                <a:gd name="connsiteY10" fmla="*/ 3263863 h 6229400"/>
                <a:gd name="connsiteX11" fmla="*/ 1055484 w 5769111"/>
                <a:gd name="connsiteY11" fmla="*/ 4196825 h 6229400"/>
                <a:gd name="connsiteX12" fmla="*/ 1278376 w 5769111"/>
                <a:gd name="connsiteY12" fmla="*/ 4492950 h 6229400"/>
                <a:gd name="connsiteX13" fmla="*/ 3369851 w 5769111"/>
                <a:gd name="connsiteY13" fmla="*/ 5650468 h 6229400"/>
                <a:gd name="connsiteX14" fmla="*/ 4957551 w 5769111"/>
                <a:gd name="connsiteY14" fmla="*/ 4938355 h 6229400"/>
                <a:gd name="connsiteX15" fmla="*/ 5150773 w 5769111"/>
                <a:gd name="connsiteY15" fmla="*/ 4796950 h 6229400"/>
                <a:gd name="connsiteX16" fmla="*/ 5747247 w 5769111"/>
                <a:gd name="connsiteY16" fmla="*/ 4338176 h 6229400"/>
                <a:gd name="connsiteX17" fmla="*/ 5769111 w 5769111"/>
                <a:gd name="connsiteY17" fmla="*/ 4318497 h 6229400"/>
                <a:gd name="connsiteX18" fmla="*/ 5769111 w 5769111"/>
                <a:gd name="connsiteY18" fmla="*/ 5074612 h 6229400"/>
                <a:gd name="connsiteX19" fmla="*/ 5636252 w 5769111"/>
                <a:gd name="connsiteY19" fmla="*/ 5174208 h 6229400"/>
                <a:gd name="connsiteX20" fmla="*/ 5334922 w 5769111"/>
                <a:gd name="connsiteY20" fmla="*/ 5394528 h 6229400"/>
                <a:gd name="connsiteX21" fmla="*/ 3369727 w 5769111"/>
                <a:gd name="connsiteY21" fmla="*/ 6229400 h 6229400"/>
                <a:gd name="connsiteX22" fmla="*/ 771046 w 5769111"/>
                <a:gd name="connsiteY22" fmla="*/ 4817913 h 6229400"/>
                <a:gd name="connsiteX23" fmla="*/ 0 w 5769111"/>
                <a:gd name="connsiteY23" fmla="*/ 3263748 h 6229400"/>
                <a:gd name="connsiteX24" fmla="*/ 3882695 w 5769111"/>
                <a:gd name="connsiteY24"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769111" h="6229400">
                  <a:moveTo>
                    <a:pt x="3882695" y="0"/>
                  </a:moveTo>
                  <a:cubicBezTo>
                    <a:pt x="4601253" y="0"/>
                    <a:pt x="5210727" y="205477"/>
                    <a:pt x="5691883" y="557381"/>
                  </a:cubicBezTo>
                  <a:lnTo>
                    <a:pt x="5769111" y="620523"/>
                  </a:lnTo>
                  <a:lnTo>
                    <a:pt x="5769111" y="1464911"/>
                  </a:lnTo>
                  <a:lnTo>
                    <a:pt x="5660063" y="1328105"/>
                  </a:lnTo>
                  <a:cubicBezTo>
                    <a:pt x="5449800" y="1091506"/>
                    <a:pt x="5197607" y="907600"/>
                    <a:pt x="4910471" y="781599"/>
                  </a:cubicBezTo>
                  <a:cubicBezTo>
                    <a:pt x="4604088" y="647260"/>
                    <a:pt x="4258349" y="579048"/>
                    <a:pt x="3882695" y="579048"/>
                  </a:cubicBezTo>
                  <a:cubicBezTo>
                    <a:pt x="3484238" y="579048"/>
                    <a:pt x="3080631" y="652240"/>
                    <a:pt x="2683153" y="797003"/>
                  </a:cubicBezTo>
                  <a:cubicBezTo>
                    <a:pt x="2296098" y="937595"/>
                    <a:pt x="1927678" y="1144662"/>
                    <a:pt x="1617493" y="1395738"/>
                  </a:cubicBezTo>
                  <a:cubicBezTo>
                    <a:pt x="1301915" y="1651098"/>
                    <a:pt x="1053890" y="1941665"/>
                    <a:pt x="880408" y="2259099"/>
                  </a:cubicBezTo>
                  <a:cubicBezTo>
                    <a:pt x="703125" y="2583597"/>
                    <a:pt x="613135" y="2921645"/>
                    <a:pt x="613135" y="3263863"/>
                  </a:cubicBezTo>
                  <a:cubicBezTo>
                    <a:pt x="613135" y="3608512"/>
                    <a:pt x="756702" y="3809789"/>
                    <a:pt x="1055484" y="4196825"/>
                  </a:cubicBezTo>
                  <a:cubicBezTo>
                    <a:pt x="1127574" y="4290167"/>
                    <a:pt x="1202116" y="4386753"/>
                    <a:pt x="1278376" y="4492950"/>
                  </a:cubicBezTo>
                  <a:cubicBezTo>
                    <a:pt x="1861105" y="5304313"/>
                    <a:pt x="2486623" y="5650468"/>
                    <a:pt x="3369851" y="5650468"/>
                  </a:cubicBezTo>
                  <a:cubicBezTo>
                    <a:pt x="3949515" y="5650468"/>
                    <a:pt x="4374822" y="5368471"/>
                    <a:pt x="4957551" y="4938355"/>
                  </a:cubicBezTo>
                  <a:cubicBezTo>
                    <a:pt x="5022653" y="4890293"/>
                    <a:pt x="5087755" y="4842811"/>
                    <a:pt x="5150773" y="4796950"/>
                  </a:cubicBezTo>
                  <a:cubicBezTo>
                    <a:pt x="5364254" y="4641404"/>
                    <a:pt x="5570313" y="4491241"/>
                    <a:pt x="5747247" y="4338176"/>
                  </a:cubicBezTo>
                  <a:lnTo>
                    <a:pt x="5769111" y="4318497"/>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5BD26A8C-8D1D-41E6-A71E-FE9AC75F3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10220" y="131729"/>
              <a:ext cx="5769111" cy="6229400"/>
            </a:xfrm>
            <a:custGeom>
              <a:avLst/>
              <a:gdLst>
                <a:gd name="connsiteX0" fmla="*/ 3882695 w 5769111"/>
                <a:gd name="connsiteY0" fmla="*/ 0 h 6229400"/>
                <a:gd name="connsiteX1" fmla="*/ 5691883 w 5769111"/>
                <a:gd name="connsiteY1" fmla="*/ 557381 h 6229400"/>
                <a:gd name="connsiteX2" fmla="*/ 5769111 w 5769111"/>
                <a:gd name="connsiteY2" fmla="*/ 620523 h 6229400"/>
                <a:gd name="connsiteX3" fmla="*/ 5769111 w 5769111"/>
                <a:gd name="connsiteY3" fmla="*/ 1675390 h 6229400"/>
                <a:gd name="connsiteX4" fmla="*/ 5711488 w 5769111"/>
                <a:gd name="connsiteY4" fmla="*/ 1585205 h 6229400"/>
                <a:gd name="connsiteX5" fmla="*/ 5566027 w 5769111"/>
                <a:gd name="connsiteY5" fmla="*/ 1402571 h 6229400"/>
                <a:gd name="connsiteX6" fmla="*/ 4858734 w 5769111"/>
                <a:gd name="connsiteY6" fmla="*/ 886639 h 6229400"/>
                <a:gd name="connsiteX7" fmla="*/ 3882695 w 5769111"/>
                <a:gd name="connsiteY7" fmla="*/ 694858 h 6229400"/>
                <a:gd name="connsiteX8" fmla="*/ 2727046 w 5769111"/>
                <a:gd name="connsiteY8" fmla="*/ 905053 h 6229400"/>
                <a:gd name="connsiteX9" fmla="*/ 1697186 w 5769111"/>
                <a:gd name="connsiteY9" fmla="*/ 1483638 h 6229400"/>
                <a:gd name="connsiteX10" fmla="*/ 989279 w 5769111"/>
                <a:gd name="connsiteY10" fmla="*/ 2312139 h 6229400"/>
                <a:gd name="connsiteX11" fmla="*/ 735615 w 5769111"/>
                <a:gd name="connsiteY11" fmla="*/ 3263863 h 6229400"/>
                <a:gd name="connsiteX12" fmla="*/ 1154424 w 5769111"/>
                <a:gd name="connsiteY12" fmla="*/ 4128614 h 6229400"/>
                <a:gd name="connsiteX13" fmla="*/ 1379768 w 5769111"/>
                <a:gd name="connsiteY13" fmla="*/ 4427981 h 6229400"/>
                <a:gd name="connsiteX14" fmla="*/ 2239456 w 5769111"/>
                <a:gd name="connsiteY14" fmla="*/ 5256947 h 6229400"/>
                <a:gd name="connsiteX15" fmla="*/ 3369727 w 5769111"/>
                <a:gd name="connsiteY15" fmla="*/ 5534658 h 6229400"/>
                <a:gd name="connsiteX16" fmla="*/ 4096760 w 5769111"/>
                <a:gd name="connsiteY16" fmla="*/ 5357817 h 6229400"/>
                <a:gd name="connsiteX17" fmla="*/ 4881905 w 5769111"/>
                <a:gd name="connsiteY17" fmla="*/ 4847212 h 6229400"/>
                <a:gd name="connsiteX18" fmla="*/ 5075739 w 5769111"/>
                <a:gd name="connsiteY18" fmla="*/ 4705346 h 6229400"/>
                <a:gd name="connsiteX19" fmla="*/ 5759930 w 5769111"/>
                <a:gd name="connsiteY19" fmla="*/ 4166809 h 6229400"/>
                <a:gd name="connsiteX20" fmla="*/ 5769111 w 5769111"/>
                <a:gd name="connsiteY20" fmla="*/ 4157764 h 6229400"/>
                <a:gd name="connsiteX21" fmla="*/ 5769111 w 5769111"/>
                <a:gd name="connsiteY21" fmla="*/ 5074612 h 6229400"/>
                <a:gd name="connsiteX22" fmla="*/ 5636252 w 5769111"/>
                <a:gd name="connsiteY22" fmla="*/ 5174208 h 6229400"/>
                <a:gd name="connsiteX23" fmla="*/ 5334922 w 5769111"/>
                <a:gd name="connsiteY23" fmla="*/ 5394528 h 6229400"/>
                <a:gd name="connsiteX24" fmla="*/ 3369727 w 5769111"/>
                <a:gd name="connsiteY24" fmla="*/ 6229400 h 6229400"/>
                <a:gd name="connsiteX25" fmla="*/ 771046 w 5769111"/>
                <a:gd name="connsiteY25" fmla="*/ 4817913 h 6229400"/>
                <a:gd name="connsiteX26" fmla="*/ 0 w 5769111"/>
                <a:gd name="connsiteY26" fmla="*/ 3263748 h 6229400"/>
                <a:gd name="connsiteX27" fmla="*/ 3882695 w 5769111"/>
                <a:gd name="connsiteY27" fmla="*/ 0 h 6229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769111" h="6229400">
                  <a:moveTo>
                    <a:pt x="3882695" y="0"/>
                  </a:moveTo>
                  <a:cubicBezTo>
                    <a:pt x="4601253" y="0"/>
                    <a:pt x="5210727" y="205477"/>
                    <a:pt x="5691883" y="557381"/>
                  </a:cubicBezTo>
                  <a:lnTo>
                    <a:pt x="5769111" y="620523"/>
                  </a:lnTo>
                  <a:lnTo>
                    <a:pt x="5769111" y="1675390"/>
                  </a:lnTo>
                  <a:lnTo>
                    <a:pt x="5711488" y="1585205"/>
                  </a:lnTo>
                  <a:cubicBezTo>
                    <a:pt x="5665942" y="1521390"/>
                    <a:pt x="5617428" y="1460432"/>
                    <a:pt x="5566027" y="1402571"/>
                  </a:cubicBezTo>
                  <a:cubicBezTo>
                    <a:pt x="5367411" y="1179058"/>
                    <a:pt x="5129563" y="1005460"/>
                    <a:pt x="4858734" y="886639"/>
                  </a:cubicBezTo>
                  <a:cubicBezTo>
                    <a:pt x="4568779" y="759363"/>
                    <a:pt x="4240327" y="694858"/>
                    <a:pt x="3882695" y="694858"/>
                  </a:cubicBezTo>
                  <a:cubicBezTo>
                    <a:pt x="3504835" y="694858"/>
                    <a:pt x="3105151" y="767471"/>
                    <a:pt x="2727046" y="905053"/>
                  </a:cubicBezTo>
                  <a:cubicBezTo>
                    <a:pt x="2352985" y="1041013"/>
                    <a:pt x="1996826" y="1241132"/>
                    <a:pt x="1697186" y="1483638"/>
                  </a:cubicBezTo>
                  <a:cubicBezTo>
                    <a:pt x="1397913" y="1725796"/>
                    <a:pt x="1153199" y="2012308"/>
                    <a:pt x="989279" y="2312139"/>
                  </a:cubicBezTo>
                  <a:cubicBezTo>
                    <a:pt x="820946" y="2620077"/>
                    <a:pt x="735615" y="2940290"/>
                    <a:pt x="735615" y="3263863"/>
                  </a:cubicBezTo>
                  <a:cubicBezTo>
                    <a:pt x="735615" y="3573074"/>
                    <a:pt x="863980" y="3752464"/>
                    <a:pt x="1154424" y="4128614"/>
                  </a:cubicBezTo>
                  <a:cubicBezTo>
                    <a:pt x="1227127" y="4222767"/>
                    <a:pt x="1302282" y="4320162"/>
                    <a:pt x="1379768" y="4427981"/>
                  </a:cubicBezTo>
                  <a:cubicBezTo>
                    <a:pt x="1653784" y="4809458"/>
                    <a:pt x="1934912" y="5080685"/>
                    <a:pt x="2239456" y="5256947"/>
                  </a:cubicBezTo>
                  <a:cubicBezTo>
                    <a:pt x="2562268" y="5443863"/>
                    <a:pt x="2932037" y="5534658"/>
                    <a:pt x="3369727" y="5534658"/>
                  </a:cubicBezTo>
                  <a:cubicBezTo>
                    <a:pt x="3618120" y="5534658"/>
                    <a:pt x="3849103" y="5478491"/>
                    <a:pt x="4096760" y="5357817"/>
                  </a:cubicBezTo>
                  <a:cubicBezTo>
                    <a:pt x="4351037" y="5233901"/>
                    <a:pt x="4602740" y="5053238"/>
                    <a:pt x="4881905" y="4847212"/>
                  </a:cubicBezTo>
                  <a:cubicBezTo>
                    <a:pt x="4947375" y="4798920"/>
                    <a:pt x="5012599" y="4751322"/>
                    <a:pt x="5075739" y="4705346"/>
                  </a:cubicBezTo>
                  <a:cubicBezTo>
                    <a:pt x="5327320" y="4521990"/>
                    <a:pt x="5568418" y="4346256"/>
                    <a:pt x="5759930" y="4166809"/>
                  </a:cubicBezTo>
                  <a:lnTo>
                    <a:pt x="5769111" y="4157764"/>
                  </a:lnTo>
                  <a:lnTo>
                    <a:pt x="5769111" y="5074612"/>
                  </a:lnTo>
                  <a:lnTo>
                    <a:pt x="5636252" y="5174208"/>
                  </a:lnTo>
                  <a:cubicBezTo>
                    <a:pt x="5537051" y="5246835"/>
                    <a:pt x="5436100" y="5319845"/>
                    <a:pt x="5334922" y="5394528"/>
                  </a:cubicBezTo>
                  <a:cubicBezTo>
                    <a:pt x="4745327" y="5829741"/>
                    <a:pt x="4177309" y="6229400"/>
                    <a:pt x="3369727" y="6229400"/>
                  </a:cubicBezTo>
                  <a:cubicBezTo>
                    <a:pt x="2172147" y="6229400"/>
                    <a:pt x="1394603" y="5686137"/>
                    <a:pt x="771046" y="4817913"/>
                  </a:cubicBezTo>
                  <a:cubicBezTo>
                    <a:pt x="396864" y="4297000"/>
                    <a:pt x="0" y="3939728"/>
                    <a:pt x="0" y="3263748"/>
                  </a:cubicBezTo>
                  <a:cubicBezTo>
                    <a:pt x="0" y="1461170"/>
                    <a:pt x="1955141" y="0"/>
                    <a:pt x="3882695"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Graphic 6" descr="Video camera">
            <a:extLst>
              <a:ext uri="{FF2B5EF4-FFF2-40B4-BE49-F238E27FC236}">
                <a16:creationId xmlns:a16="http://schemas.microsoft.com/office/drawing/2014/main" id="{2CA51F57-295F-B44A-FFCA-82B90279E78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121726" y="1629089"/>
            <a:ext cx="3620021" cy="3620021"/>
          </a:xfrm>
          <a:prstGeom prst="rect">
            <a:avLst/>
          </a:prstGeom>
        </p:spPr>
      </p:pic>
    </p:spTree>
    <p:extLst>
      <p:ext uri="{BB962C8B-B14F-4D97-AF65-F5344CB8AC3E}">
        <p14:creationId xmlns:p14="http://schemas.microsoft.com/office/powerpoint/2010/main" val="41326999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0288C6B4-AFC3-407F-A595-EFFD38D4CC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5" name="Freeform: Shape 34">
            <a:extLst>
              <a:ext uri="{FF2B5EF4-FFF2-40B4-BE49-F238E27FC236}">
                <a16:creationId xmlns:a16="http://schemas.microsoft.com/office/drawing/2014/main" id="{CF236821-17FE-429B-8D2C-08E13A64EA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455673" cy="6858000"/>
          </a:xfrm>
          <a:custGeom>
            <a:avLst/>
            <a:gdLst>
              <a:gd name="connsiteX0" fmla="*/ 0 w 4455673"/>
              <a:gd name="connsiteY0" fmla="*/ 0 h 6858000"/>
              <a:gd name="connsiteX1" fmla="*/ 3242695 w 4455673"/>
              <a:gd name="connsiteY1" fmla="*/ 0 h 6858000"/>
              <a:gd name="connsiteX2" fmla="*/ 3305678 w 4455673"/>
              <a:gd name="connsiteY2" fmla="*/ 69271 h 6858000"/>
              <a:gd name="connsiteX3" fmla="*/ 4455673 w 4455673"/>
              <a:gd name="connsiteY3" fmla="*/ 3429000 h 6858000"/>
              <a:gd name="connsiteX4" fmla="*/ 3305678 w 4455673"/>
              <a:gd name="connsiteY4" fmla="*/ 6788730 h 6858000"/>
              <a:gd name="connsiteX5" fmla="*/ 3242695 w 4455673"/>
              <a:gd name="connsiteY5" fmla="*/ 6858000 h 6858000"/>
              <a:gd name="connsiteX6" fmla="*/ 0 w 445567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55673" h="6858000">
                <a:moveTo>
                  <a:pt x="0" y="0"/>
                </a:moveTo>
                <a:lnTo>
                  <a:pt x="3242695" y="0"/>
                </a:lnTo>
                <a:lnTo>
                  <a:pt x="3305678" y="69271"/>
                </a:lnTo>
                <a:cubicBezTo>
                  <a:pt x="4016204" y="929100"/>
                  <a:pt x="4455673" y="2116944"/>
                  <a:pt x="4455673" y="3429000"/>
                </a:cubicBezTo>
                <a:cubicBezTo>
                  <a:pt x="4455673" y="4741056"/>
                  <a:pt x="4016204" y="5928900"/>
                  <a:pt x="3305678" y="6788730"/>
                </a:cubicBezTo>
                <a:lnTo>
                  <a:pt x="3242695"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36" name="Freeform: Shape 35">
            <a:extLst>
              <a:ext uri="{FF2B5EF4-FFF2-40B4-BE49-F238E27FC236}">
                <a16:creationId xmlns:a16="http://schemas.microsoft.com/office/drawing/2014/main" id="{C0BDBCD2-E081-43AB-9119-C55465E59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446529" cy="6858000"/>
          </a:xfrm>
          <a:custGeom>
            <a:avLst/>
            <a:gdLst>
              <a:gd name="connsiteX0" fmla="*/ 0 w 4446529"/>
              <a:gd name="connsiteY0" fmla="*/ 0 h 6858000"/>
              <a:gd name="connsiteX1" fmla="*/ 3233551 w 4446529"/>
              <a:gd name="connsiteY1" fmla="*/ 0 h 6858000"/>
              <a:gd name="connsiteX2" fmla="*/ 3296534 w 4446529"/>
              <a:gd name="connsiteY2" fmla="*/ 69271 h 6858000"/>
              <a:gd name="connsiteX3" fmla="*/ 4446529 w 4446529"/>
              <a:gd name="connsiteY3" fmla="*/ 3429000 h 6858000"/>
              <a:gd name="connsiteX4" fmla="*/ 3296534 w 4446529"/>
              <a:gd name="connsiteY4" fmla="*/ 6788730 h 6858000"/>
              <a:gd name="connsiteX5" fmla="*/ 3233551 w 4446529"/>
              <a:gd name="connsiteY5" fmla="*/ 6858000 h 6858000"/>
              <a:gd name="connsiteX6" fmla="*/ 0 w 444652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6529" h="6858000">
                <a:moveTo>
                  <a:pt x="0" y="0"/>
                </a:moveTo>
                <a:lnTo>
                  <a:pt x="3233551" y="0"/>
                </a:lnTo>
                <a:lnTo>
                  <a:pt x="3296534" y="69271"/>
                </a:lnTo>
                <a:cubicBezTo>
                  <a:pt x="4007060" y="929100"/>
                  <a:pt x="4446529" y="2116944"/>
                  <a:pt x="4446529" y="3429000"/>
                </a:cubicBezTo>
                <a:cubicBezTo>
                  <a:pt x="4446529" y="4741056"/>
                  <a:pt x="4007060" y="5928900"/>
                  <a:pt x="3296534" y="6788730"/>
                </a:cubicBezTo>
                <a:lnTo>
                  <a:pt x="3233551"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3B8C099-B839-8271-D5AA-143B8187E8E5}"/>
              </a:ext>
            </a:extLst>
          </p:cNvPr>
          <p:cNvSpPr>
            <a:spLocks noGrp="1"/>
          </p:cNvSpPr>
          <p:nvPr>
            <p:ph type="title"/>
          </p:nvPr>
        </p:nvSpPr>
        <p:spPr>
          <a:xfrm>
            <a:off x="371094" y="1161288"/>
            <a:ext cx="3438144" cy="1239012"/>
          </a:xfrm>
        </p:spPr>
        <p:txBody>
          <a:bodyPr anchor="ctr">
            <a:normAutofit/>
          </a:bodyPr>
          <a:lstStyle/>
          <a:p>
            <a:r>
              <a:rPr lang="en-US" sz="2800" b="1"/>
              <a:t>Performance</a:t>
            </a:r>
            <a:r>
              <a:rPr lang="en-US" sz="2800"/>
              <a:t> </a:t>
            </a:r>
          </a:p>
        </p:txBody>
      </p:sp>
      <p:sp>
        <p:nvSpPr>
          <p:cNvPr id="37" name="Rectangle 36">
            <a:extLst>
              <a:ext uri="{FF2B5EF4-FFF2-40B4-BE49-F238E27FC236}">
                <a16:creationId xmlns:a16="http://schemas.microsoft.com/office/drawing/2014/main" id="{98E79BE4-34FE-485A-98A5-92CE8F7C47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426546"/>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8" name="Rectangle 37">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5893" y="2443480"/>
            <a:ext cx="338328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E1AF8B6C-0AD8-7244-A31C-D0FF5017D297}"/>
              </a:ext>
            </a:extLst>
          </p:cNvPr>
          <p:cNvSpPr>
            <a:spLocks noGrp="1"/>
          </p:cNvSpPr>
          <p:nvPr>
            <p:ph idx="1"/>
          </p:nvPr>
        </p:nvSpPr>
        <p:spPr>
          <a:xfrm>
            <a:off x="371094" y="2718054"/>
            <a:ext cx="3438906" cy="3207258"/>
          </a:xfrm>
        </p:spPr>
        <p:txBody>
          <a:bodyPr anchor="t">
            <a:normAutofit/>
          </a:bodyPr>
          <a:lstStyle/>
          <a:p>
            <a:r>
              <a:rPr lang="en-US" sz="1700" dirty="0"/>
              <a:t>Recommendation Model runs quick between 20-50 popular pages. 500 pages (14,000 movies) can take a larger amount of time but still remains linear for movies.</a:t>
            </a:r>
          </a:p>
          <a:p>
            <a:endParaRPr lang="en-US" sz="1700" dirty="0"/>
          </a:p>
          <a:p>
            <a:r>
              <a:rPr lang="en-US" sz="1700" dirty="0"/>
              <a:t>Improved algorithms would be needed with large user scaling.</a:t>
            </a:r>
          </a:p>
        </p:txBody>
      </p:sp>
      <p:pic>
        <p:nvPicPr>
          <p:cNvPr id="6" name="Picture 5" descr="A screen shot of a computer program&#10;&#10;AI-generated content may be incorrect.">
            <a:extLst>
              <a:ext uri="{FF2B5EF4-FFF2-40B4-BE49-F238E27FC236}">
                <a16:creationId xmlns:a16="http://schemas.microsoft.com/office/drawing/2014/main" id="{7BBFCA10-0C63-19E7-DA2E-9E53EF212D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208406"/>
            <a:ext cx="5830504" cy="2986011"/>
          </a:xfrm>
          <a:prstGeom prst="rect">
            <a:avLst/>
          </a:prstGeom>
        </p:spPr>
      </p:pic>
      <p:pic>
        <p:nvPicPr>
          <p:cNvPr id="8" name="Picture 7" descr="A screen shot of a computer program&#10;&#10;AI-generated content may be incorrect.">
            <a:extLst>
              <a:ext uri="{FF2B5EF4-FFF2-40B4-BE49-F238E27FC236}">
                <a16:creationId xmlns:a16="http://schemas.microsoft.com/office/drawing/2014/main" id="{74BCD4F4-57EF-4C2F-9E3D-7D22412A626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5999" y="3758092"/>
            <a:ext cx="5830505" cy="2574831"/>
          </a:xfrm>
          <a:prstGeom prst="rect">
            <a:avLst/>
          </a:prstGeom>
        </p:spPr>
      </p:pic>
    </p:spTree>
    <p:extLst>
      <p:ext uri="{BB962C8B-B14F-4D97-AF65-F5344CB8AC3E}">
        <p14:creationId xmlns:p14="http://schemas.microsoft.com/office/powerpoint/2010/main" val="6732281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3D473-C842-16A8-4945-58EF8098603D}"/>
              </a:ext>
            </a:extLst>
          </p:cNvPr>
          <p:cNvSpPr>
            <a:spLocks noGrp="1"/>
          </p:cNvSpPr>
          <p:nvPr>
            <p:ph type="title"/>
          </p:nvPr>
        </p:nvSpPr>
        <p:spPr/>
        <p:txBody>
          <a:bodyPr/>
          <a:lstStyle/>
          <a:p>
            <a:r>
              <a:rPr lang="en-US"/>
              <a:t>Overall Results and Analysis </a:t>
            </a:r>
          </a:p>
        </p:txBody>
      </p:sp>
      <p:sp>
        <p:nvSpPr>
          <p:cNvPr id="4" name="Rectangle 1">
            <a:extLst>
              <a:ext uri="{FF2B5EF4-FFF2-40B4-BE49-F238E27FC236}">
                <a16:creationId xmlns:a16="http://schemas.microsoft.com/office/drawing/2014/main" id="{9F5191A0-07CA-8920-D644-575723A6AAAE}"/>
              </a:ext>
            </a:extLst>
          </p:cNvPr>
          <p:cNvSpPr>
            <a:spLocks noGrp="1" noChangeArrowheads="1"/>
          </p:cNvSpPr>
          <p:nvPr>
            <p:ph idx="1"/>
          </p:nvPr>
        </p:nvSpPr>
        <p:spPr bwMode="auto">
          <a:xfrm>
            <a:off x="678656" y="1367021"/>
            <a:ext cx="10834687" cy="50167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eaLnBrk="0" fontAlgn="base" hangingPunct="0">
              <a:lnSpc>
                <a:spcPct val="100000"/>
              </a:lnSpc>
              <a:spcBef>
                <a:spcPct val="0"/>
              </a:spcBef>
              <a:spcAft>
                <a:spcPct val="0"/>
              </a:spcAft>
              <a:buNone/>
            </a:pPr>
            <a:r>
              <a:rPr lang="en-US" altLang="en-US" sz="2000" b="1">
                <a:latin typeface="Arial" panose="020B0604020202020204" pitchFamily="34" charset="0"/>
              </a:rPr>
              <a:t>Pros</a:t>
            </a:r>
            <a:endParaRPr kumimoji="0" lang="en-US" altLang="en-US" sz="2000" b="1" i="0" u="none" strike="noStrike" cap="none" normalizeH="0" baseline="0">
              <a:ln>
                <a:noFill/>
              </a:ln>
              <a:solidFill>
                <a:schemeClr val="tx1"/>
              </a:solidFill>
              <a:effectLst/>
              <a:latin typeface="Arial" panose="020B0604020202020204" pitchFamily="34" charset="0"/>
            </a:endParaRP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The AI pipeline runs successfully: data retrieval, model training, prediction generation and database upload.</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SVD model produces personalized recommendations based on user rating history.</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Recommendations exclude previously liked movies and align with user genre/taste patterns.</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Backend is stable: </a:t>
            </a:r>
            <a:r>
              <a:rPr kumimoji="0" lang="en-US" altLang="en-US" sz="2000" b="0" i="0" u="none" strike="noStrike" cap="none" normalizeH="0" baseline="0" err="1">
                <a:ln>
                  <a:noFill/>
                </a:ln>
                <a:solidFill>
                  <a:schemeClr val="tx1"/>
                </a:solidFill>
                <a:effectLst/>
                <a:latin typeface="Arial" panose="020B0604020202020204" pitchFamily="34" charset="0"/>
              </a:rPr>
              <a:t>Supabase</a:t>
            </a:r>
            <a:r>
              <a:rPr kumimoji="0" lang="en-US" altLang="en-US" sz="2000" b="0" i="0" u="none" strike="noStrike" cap="none" normalizeH="0" baseline="0">
                <a:ln>
                  <a:noFill/>
                </a:ln>
                <a:solidFill>
                  <a:schemeClr val="tx1"/>
                </a:solidFill>
                <a:effectLst/>
                <a:latin typeface="Arial" panose="020B0604020202020204" pitchFamily="34" charset="0"/>
              </a:rPr>
              <a:t> tables sync correctly, batch inserts work efficiently, and no runtime errors occur.</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User experience improves</a:t>
            </a:r>
            <a:r>
              <a:rPr lang="en-US" altLang="en-US" sz="2000">
                <a:latin typeface="Arial" panose="020B0604020202020204" pitchFamily="34" charset="0"/>
              </a:rPr>
              <a:t>. M</a:t>
            </a:r>
            <a:r>
              <a:rPr kumimoji="0" lang="en-US" altLang="en-US" sz="2000" b="0" i="0" u="none" strike="noStrike" cap="none" normalizeH="0" baseline="0">
                <a:ln>
                  <a:noFill/>
                </a:ln>
                <a:solidFill>
                  <a:schemeClr val="tx1"/>
                </a:solidFill>
                <a:effectLst/>
                <a:latin typeface="Arial" panose="020B0604020202020204" pitchFamily="34" charset="0"/>
              </a:rPr>
              <a:t>ovies are easier to find, search time is reduced, and recommendations update instantly after new likes.</a:t>
            </a:r>
          </a:p>
          <a:p>
            <a:pPr eaLnBrk="0" fontAlgn="base" hangingPunct="0">
              <a:lnSpc>
                <a:spcPct val="100000"/>
              </a:lnSpc>
              <a:spcBef>
                <a:spcPct val="0"/>
              </a:spcBef>
              <a:spcAft>
                <a:spcPct val="0"/>
              </a:spcAft>
            </a:pPr>
            <a:r>
              <a:rPr kumimoji="0" lang="en-US" altLang="en-US" sz="2000" b="0" i="0" u="none" strike="noStrike" cap="none" normalizeH="0" baseline="0">
                <a:ln>
                  <a:noFill/>
                </a:ln>
                <a:solidFill>
                  <a:schemeClr val="tx1"/>
                </a:solidFill>
                <a:effectLst/>
                <a:latin typeface="Arial" panose="020B0604020202020204" pitchFamily="34" charset="0"/>
              </a:rPr>
              <a:t>Overall, </a:t>
            </a:r>
            <a:r>
              <a:rPr kumimoji="0" lang="en-US" altLang="en-US" sz="2000" b="0" i="0" u="none" strike="noStrike" cap="none" normalizeH="0" baseline="0" err="1">
                <a:ln>
                  <a:noFill/>
                </a:ln>
                <a:solidFill>
                  <a:schemeClr val="tx1"/>
                </a:solidFill>
                <a:effectLst/>
                <a:latin typeface="Arial" panose="020B0604020202020204" pitchFamily="34" charset="0"/>
              </a:rPr>
              <a:t>MovieMeter</a:t>
            </a:r>
            <a:r>
              <a:rPr kumimoji="0" lang="en-US" altLang="en-US" sz="2000" b="0" i="0" u="none" strike="noStrike" cap="none" normalizeH="0" baseline="0">
                <a:ln>
                  <a:noFill/>
                </a:ln>
                <a:solidFill>
                  <a:schemeClr val="tx1"/>
                </a:solidFill>
                <a:effectLst/>
                <a:latin typeface="Arial" panose="020B0604020202020204" pitchFamily="34" charset="0"/>
              </a:rPr>
              <a:t> is fully functional, reliable, and ready for real user usage and scaling.</a:t>
            </a:r>
          </a:p>
          <a:p>
            <a:pPr marL="0" indent="0" eaLnBrk="0" fontAlgn="base" hangingPunct="0">
              <a:lnSpc>
                <a:spcPct val="100000"/>
              </a:lnSpc>
              <a:spcBef>
                <a:spcPct val="0"/>
              </a:spcBef>
              <a:spcAft>
                <a:spcPct val="0"/>
              </a:spcAft>
              <a:buNone/>
            </a:pPr>
            <a:endParaRPr lang="en-US" altLang="en-US" sz="2000">
              <a:latin typeface="Arial" panose="020B0604020202020204" pitchFamily="34" charset="0"/>
            </a:endParaRPr>
          </a:p>
          <a:p>
            <a:pPr marL="0" indent="0" eaLnBrk="0" fontAlgn="base" hangingPunct="0">
              <a:lnSpc>
                <a:spcPct val="100000"/>
              </a:lnSpc>
              <a:spcBef>
                <a:spcPct val="0"/>
              </a:spcBef>
              <a:spcAft>
                <a:spcPct val="0"/>
              </a:spcAft>
              <a:buNone/>
            </a:pPr>
            <a:r>
              <a:rPr lang="en-US" altLang="en-US" sz="2000" b="1">
                <a:latin typeface="Arial" panose="020B0604020202020204" pitchFamily="34" charset="0"/>
              </a:rPr>
              <a:t>Cons</a:t>
            </a:r>
          </a:p>
          <a:p>
            <a:pPr eaLnBrk="0" fontAlgn="base" hangingPunct="0">
              <a:lnSpc>
                <a:spcPct val="100000"/>
              </a:lnSpc>
              <a:spcBef>
                <a:spcPct val="0"/>
              </a:spcBef>
              <a:spcAft>
                <a:spcPct val="0"/>
              </a:spcAft>
            </a:pPr>
            <a:r>
              <a:rPr lang="en-US" altLang="en-US" sz="2000">
                <a:latin typeface="Arial" panose="020B0604020202020204" pitchFamily="34" charset="0"/>
              </a:rPr>
              <a:t>SVD currently performs on likes of users. A user rating movies (1-10) would result in a better input set to work on.</a:t>
            </a:r>
          </a:p>
          <a:p>
            <a:pPr eaLnBrk="0" fontAlgn="base" hangingPunct="0">
              <a:lnSpc>
                <a:spcPct val="100000"/>
              </a:lnSpc>
              <a:spcBef>
                <a:spcPct val="0"/>
              </a:spcBef>
              <a:spcAft>
                <a:spcPct val="0"/>
              </a:spcAft>
            </a:pPr>
            <a:r>
              <a:rPr lang="en-US" altLang="en-US" sz="2000">
                <a:latin typeface="Arial" panose="020B0604020202020204" pitchFamily="34" charset="0"/>
              </a:rPr>
              <a:t>SVD excels on large data results. There is not enough current data (users and movies liked) to be the most effective recommendation system.</a:t>
            </a:r>
          </a:p>
        </p:txBody>
      </p:sp>
    </p:spTree>
    <p:extLst>
      <p:ext uri="{BB962C8B-B14F-4D97-AF65-F5344CB8AC3E}">
        <p14:creationId xmlns:p14="http://schemas.microsoft.com/office/powerpoint/2010/main" val="40419470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3363022-C969-41E9-8EB2-E4C94908C1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202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D1AD6B3-BE88-4CEB-BA17-790657CC47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A17184B-4937-E195-E578-C625B2AB911F}"/>
              </a:ext>
            </a:extLst>
          </p:cNvPr>
          <p:cNvSpPr>
            <a:spLocks noGrp="1"/>
          </p:cNvSpPr>
          <p:nvPr>
            <p:ph type="title"/>
          </p:nvPr>
        </p:nvSpPr>
        <p:spPr>
          <a:xfrm>
            <a:off x="6590662" y="4267832"/>
            <a:ext cx="4805996" cy="1297115"/>
          </a:xfrm>
        </p:spPr>
        <p:txBody>
          <a:bodyPr vert="horz" lIns="91440" tIns="45720" rIns="91440" bIns="45720" rtlCol="0" anchor="t">
            <a:normAutofit/>
          </a:bodyPr>
          <a:lstStyle/>
          <a:p>
            <a:r>
              <a:rPr lang="en-US" sz="4000" kern="1200">
                <a:solidFill>
                  <a:schemeClr val="tx2"/>
                </a:solidFill>
                <a:latin typeface="+mj-lt"/>
                <a:ea typeface="+mj-ea"/>
                <a:cs typeface="+mj-cs"/>
              </a:rPr>
              <a:t>Demo</a:t>
            </a:r>
          </a:p>
        </p:txBody>
      </p:sp>
      <p:pic>
        <p:nvPicPr>
          <p:cNvPr id="7" name="Graphic 6" descr="Play">
            <a:extLst>
              <a:ext uri="{FF2B5EF4-FFF2-40B4-BE49-F238E27FC236}">
                <a16:creationId xmlns:a16="http://schemas.microsoft.com/office/drawing/2014/main" id="{B8EA4C95-F2AA-AA0D-DF8D-76C3BE69F364}"/>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0470" y="1815320"/>
            <a:ext cx="4141760" cy="4141760"/>
          </a:xfrm>
          <a:custGeom>
            <a:avLst/>
            <a:gdLst/>
            <a:ahLst/>
            <a:cxnLst/>
            <a:rect l="l" t="t" r="r" b="b"/>
            <a:pathLst>
              <a:path w="4141760" h="4377846">
                <a:moveTo>
                  <a:pt x="0" y="0"/>
                </a:moveTo>
                <a:lnTo>
                  <a:pt x="4141760" y="0"/>
                </a:lnTo>
                <a:lnTo>
                  <a:pt x="4141760" y="4377846"/>
                </a:lnTo>
                <a:lnTo>
                  <a:pt x="0" y="4377846"/>
                </a:lnTo>
                <a:close/>
              </a:path>
            </a:pathLst>
          </a:custGeom>
        </p:spPr>
      </p:pic>
      <p:grpSp>
        <p:nvGrpSpPr>
          <p:cNvPr id="14" name="Group 13">
            <a:extLst>
              <a:ext uri="{FF2B5EF4-FFF2-40B4-BE49-F238E27FC236}">
                <a16:creationId xmlns:a16="http://schemas.microsoft.com/office/drawing/2014/main" id="{89D1390B-7E13-4B4F-9CB2-391063412E5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253" y="-5977"/>
            <a:ext cx="6238675" cy="6863979"/>
            <a:chOff x="305" y="-5977"/>
            <a:chExt cx="6238675" cy="6863979"/>
          </a:xfrm>
        </p:grpSpPr>
        <p:sp>
          <p:nvSpPr>
            <p:cNvPr id="15" name="Freeform: Shape 14">
              <a:extLst>
                <a:ext uri="{FF2B5EF4-FFF2-40B4-BE49-F238E27FC236}">
                  <a16:creationId xmlns:a16="http://schemas.microsoft.com/office/drawing/2014/main" id="{9E720206-AA49-4786-A932-A2650DE09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34854"/>
              <a:ext cx="6028697" cy="6817170"/>
            </a:xfrm>
            <a:custGeom>
              <a:avLst/>
              <a:gdLst>
                <a:gd name="connsiteX0" fmla="*/ 6028697 w 6028697"/>
                <a:gd name="connsiteY0" fmla="*/ 6155323 h 6817170"/>
                <a:gd name="connsiteX1" fmla="*/ 6028697 w 6028697"/>
                <a:gd name="connsiteY1" fmla="*/ 6817170 h 6817170"/>
                <a:gd name="connsiteX2" fmla="*/ 5157862 w 6028697"/>
                <a:gd name="connsiteY2" fmla="*/ 6817170 h 6817170"/>
                <a:gd name="connsiteX3" fmla="*/ 5347156 w 6028697"/>
                <a:gd name="connsiteY3" fmla="*/ 6687553 h 6817170"/>
                <a:gd name="connsiteX4" fmla="*/ 5487470 w 6028697"/>
                <a:gd name="connsiteY4" fmla="*/ 6581714 h 6817170"/>
                <a:gd name="connsiteX5" fmla="*/ 5627642 w 6028697"/>
                <a:gd name="connsiteY5" fmla="*/ 6472328 h 6817170"/>
                <a:gd name="connsiteX6" fmla="*/ 5911392 w 6028697"/>
                <a:gd name="connsiteY6" fmla="*/ 6245328 h 6817170"/>
                <a:gd name="connsiteX7" fmla="*/ 4481066 w 6028697"/>
                <a:gd name="connsiteY7" fmla="*/ 478 h 6817170"/>
                <a:gd name="connsiteX8" fmla="*/ 4672258 w 6028697"/>
                <a:gd name="connsiteY8" fmla="*/ 7519 h 6817170"/>
                <a:gd name="connsiteX9" fmla="*/ 5429869 w 6028697"/>
                <a:gd name="connsiteY9" fmla="*/ 125134 h 6817170"/>
                <a:gd name="connsiteX10" fmla="*/ 5976319 w 6028697"/>
                <a:gd name="connsiteY10" fmla="*/ 314893 h 6817170"/>
                <a:gd name="connsiteX11" fmla="*/ 6028697 w 6028697"/>
                <a:gd name="connsiteY11" fmla="*/ 339901 h 6817170"/>
                <a:gd name="connsiteX12" fmla="*/ 6028697 w 6028697"/>
                <a:gd name="connsiteY12" fmla="*/ 732458 h 6817170"/>
                <a:gd name="connsiteX13" fmla="*/ 5990985 w 6028697"/>
                <a:gd name="connsiteY13" fmla="*/ 712211 h 6817170"/>
                <a:gd name="connsiteX14" fmla="*/ 5341339 w 6028697"/>
                <a:gd name="connsiteY14" fmla="*/ 475281 h 6817170"/>
                <a:gd name="connsiteX15" fmla="*/ 4651969 w 6028697"/>
                <a:gd name="connsiteY15" fmla="*/ 377104 h 6817170"/>
                <a:gd name="connsiteX16" fmla="*/ 3953093 w 6028697"/>
                <a:gd name="connsiteY16" fmla="*/ 402498 h 6817170"/>
                <a:gd name="connsiteX17" fmla="*/ 3267413 w 6028697"/>
                <a:gd name="connsiteY17" fmla="*/ 546643 h 6817170"/>
                <a:gd name="connsiteX18" fmla="*/ 1439498 w 6028697"/>
                <a:gd name="connsiteY18" fmla="*/ 1568141 h 6817170"/>
                <a:gd name="connsiteX19" fmla="*/ 960671 w 6028697"/>
                <a:gd name="connsiteY19" fmla="*/ 2082013 h 6817170"/>
                <a:gd name="connsiteX20" fmla="*/ 581866 w 6028697"/>
                <a:gd name="connsiteY20" fmla="*/ 2672638 h 6817170"/>
                <a:gd name="connsiteX21" fmla="*/ 324789 w 6028697"/>
                <a:gd name="connsiteY21" fmla="*/ 3325262 h 6817170"/>
                <a:gd name="connsiteX22" fmla="*/ 231151 w 6028697"/>
                <a:gd name="connsiteY22" fmla="*/ 4022292 h 6817170"/>
                <a:gd name="connsiteX23" fmla="*/ 270592 w 6028697"/>
                <a:gd name="connsiteY23" fmla="*/ 4362792 h 6817170"/>
                <a:gd name="connsiteX24" fmla="*/ 387213 w 6028697"/>
                <a:gd name="connsiteY24" fmla="*/ 4681585 h 6817170"/>
                <a:gd name="connsiteX25" fmla="*/ 468507 w 6028697"/>
                <a:gd name="connsiteY25" fmla="*/ 4831546 h 6817170"/>
                <a:gd name="connsiteX26" fmla="*/ 561862 w 6028697"/>
                <a:gd name="connsiteY26" fmla="*/ 4976826 h 6817170"/>
                <a:gd name="connsiteX27" fmla="*/ 777511 w 6028697"/>
                <a:gd name="connsiteY27" fmla="*/ 5257597 h 6817170"/>
                <a:gd name="connsiteX28" fmla="*/ 1010895 w 6028697"/>
                <a:gd name="connsiteY28" fmla="*/ 5540494 h 6817170"/>
                <a:gd name="connsiteX29" fmla="*/ 1126948 w 6028697"/>
                <a:gd name="connsiteY29" fmla="*/ 5688186 h 6817170"/>
                <a:gd name="connsiteX30" fmla="*/ 1182706 w 6028697"/>
                <a:gd name="connsiteY30" fmla="*/ 5760543 h 6817170"/>
                <a:gd name="connsiteX31" fmla="*/ 1237327 w 6028697"/>
                <a:gd name="connsiteY31" fmla="*/ 5830060 h 6817170"/>
                <a:gd name="connsiteX32" fmla="*/ 1706649 w 6028697"/>
                <a:gd name="connsiteY32" fmla="*/ 6342797 h 6817170"/>
                <a:gd name="connsiteX33" fmla="*/ 1956207 w 6028697"/>
                <a:gd name="connsiteY33" fmla="*/ 6573484 h 6817170"/>
                <a:gd name="connsiteX34" fmla="*/ 2217681 w 6028697"/>
                <a:gd name="connsiteY34" fmla="*/ 6786297 h 6817170"/>
                <a:gd name="connsiteX35" fmla="*/ 2260820 w 6028697"/>
                <a:gd name="connsiteY35" fmla="*/ 6817170 h 6817170"/>
                <a:gd name="connsiteX36" fmla="*/ 1429497 w 6028697"/>
                <a:gd name="connsiteY36" fmla="*/ 6817170 h 6817170"/>
                <a:gd name="connsiteX37" fmla="*/ 1327275 w 6028697"/>
                <a:gd name="connsiteY37" fmla="*/ 6713800 h 6817170"/>
                <a:gd name="connsiteX38" fmla="*/ 1080556 w 6028697"/>
                <a:gd name="connsiteY38" fmla="*/ 6414443 h 6817170"/>
                <a:gd name="connsiteX39" fmla="*/ 865189 w 6028697"/>
                <a:gd name="connsiteY39" fmla="*/ 6097496 h 6817170"/>
                <a:gd name="connsiteX40" fmla="*/ 814823 w 6028697"/>
                <a:gd name="connsiteY40" fmla="*/ 6016911 h 6817170"/>
                <a:gd name="connsiteX41" fmla="*/ 766729 w 6028697"/>
                <a:gd name="connsiteY41" fmla="*/ 5938453 h 6817170"/>
                <a:gd name="connsiteX42" fmla="*/ 671672 w 6028697"/>
                <a:gd name="connsiteY42" fmla="*/ 5786648 h 6817170"/>
                <a:gd name="connsiteX43" fmla="*/ 474608 w 6028697"/>
                <a:gd name="connsiteY43" fmla="*/ 5474664 h 6817170"/>
                <a:gd name="connsiteX44" fmla="*/ 282652 w 6028697"/>
                <a:gd name="connsiteY44" fmla="*/ 5146508 h 6817170"/>
                <a:gd name="connsiteX45" fmla="*/ 196108 w 6028697"/>
                <a:gd name="connsiteY45" fmla="*/ 4972712 h 6817170"/>
                <a:gd name="connsiteX46" fmla="*/ 122474 w 6028697"/>
                <a:gd name="connsiteY46" fmla="*/ 4791821 h 6817170"/>
                <a:gd name="connsiteX47" fmla="*/ 65724 w 6028697"/>
                <a:gd name="connsiteY47" fmla="*/ 4603129 h 6817170"/>
                <a:gd name="connsiteX48" fmla="*/ 44727 w 6028697"/>
                <a:gd name="connsiteY48" fmla="*/ 4506937 h 6817170"/>
                <a:gd name="connsiteX49" fmla="*/ 35505 w 6028697"/>
                <a:gd name="connsiteY49" fmla="*/ 4458699 h 6817170"/>
                <a:gd name="connsiteX50" fmla="*/ 27845 w 6028697"/>
                <a:gd name="connsiteY50" fmla="*/ 4410320 h 6817170"/>
                <a:gd name="connsiteX51" fmla="*/ 37 w 6028697"/>
                <a:gd name="connsiteY51" fmla="*/ 4022292 h 6817170"/>
                <a:gd name="connsiteX52" fmla="*/ 78777 w 6028697"/>
                <a:gd name="connsiteY52" fmla="*/ 3267236 h 6817170"/>
                <a:gd name="connsiteX53" fmla="*/ 315424 w 6028697"/>
                <a:gd name="connsiteY53" fmla="*/ 2543673 h 6817170"/>
                <a:gd name="connsiteX54" fmla="*/ 1202710 w 6028697"/>
                <a:gd name="connsiteY54" fmla="*/ 1314895 h 6817170"/>
                <a:gd name="connsiteX55" fmla="*/ 1791065 w 6028697"/>
                <a:gd name="connsiteY55" fmla="*/ 833514 h 6817170"/>
                <a:gd name="connsiteX56" fmla="*/ 3908404 w 6028697"/>
                <a:gd name="connsiteY56" fmla="*/ 29794 h 6817170"/>
                <a:gd name="connsiteX57" fmla="*/ 4481066 w 6028697"/>
                <a:gd name="connsiteY57" fmla="*/ 478 h 68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028697" h="6817170">
                  <a:moveTo>
                    <a:pt x="6028697" y="6155323"/>
                  </a:moveTo>
                  <a:lnTo>
                    <a:pt x="6028697" y="6817170"/>
                  </a:lnTo>
                  <a:lnTo>
                    <a:pt x="5157862" y="6817170"/>
                  </a:lnTo>
                  <a:lnTo>
                    <a:pt x="5347156" y="6687553"/>
                  </a:lnTo>
                  <a:cubicBezTo>
                    <a:pt x="5394117" y="6653219"/>
                    <a:pt x="5440793" y="6617608"/>
                    <a:pt x="5487470" y="6581714"/>
                  </a:cubicBezTo>
                  <a:cubicBezTo>
                    <a:pt x="5534147" y="6545820"/>
                    <a:pt x="5580966" y="6509358"/>
                    <a:pt x="5627642" y="6472328"/>
                  </a:cubicBezTo>
                  <a:lnTo>
                    <a:pt x="5911392" y="6245328"/>
                  </a:lnTo>
                  <a:close/>
                  <a:moveTo>
                    <a:pt x="4481066" y="478"/>
                  </a:moveTo>
                  <a:cubicBezTo>
                    <a:pt x="4544817" y="1422"/>
                    <a:pt x="4608563" y="3769"/>
                    <a:pt x="4672258" y="7519"/>
                  </a:cubicBezTo>
                  <a:cubicBezTo>
                    <a:pt x="4927973" y="22364"/>
                    <a:pt x="5181687" y="61751"/>
                    <a:pt x="5429869" y="125134"/>
                  </a:cubicBezTo>
                  <a:cubicBezTo>
                    <a:pt x="5617090" y="173104"/>
                    <a:pt x="5799867" y="236595"/>
                    <a:pt x="5976319" y="314893"/>
                  </a:cubicBezTo>
                  <a:lnTo>
                    <a:pt x="6028697" y="339901"/>
                  </a:lnTo>
                  <a:lnTo>
                    <a:pt x="6028697" y="732458"/>
                  </a:lnTo>
                  <a:lnTo>
                    <a:pt x="5990985" y="712211"/>
                  </a:lnTo>
                  <a:cubicBezTo>
                    <a:pt x="5783917" y="609342"/>
                    <a:pt x="5566013" y="529876"/>
                    <a:pt x="5341339" y="475281"/>
                  </a:cubicBezTo>
                  <a:cubicBezTo>
                    <a:pt x="5115233" y="420503"/>
                    <a:pt x="4884375" y="387624"/>
                    <a:pt x="4651969" y="377104"/>
                  </a:cubicBezTo>
                  <a:cubicBezTo>
                    <a:pt x="4418713" y="365171"/>
                    <a:pt x="4184861" y="373670"/>
                    <a:pt x="3953093" y="402498"/>
                  </a:cubicBezTo>
                  <a:cubicBezTo>
                    <a:pt x="3721001" y="431832"/>
                    <a:pt x="3491675" y="480040"/>
                    <a:pt x="3267413" y="546643"/>
                  </a:cubicBezTo>
                  <a:cubicBezTo>
                    <a:pt x="2591323" y="750761"/>
                    <a:pt x="1967642" y="1099289"/>
                    <a:pt x="1439498" y="1568141"/>
                  </a:cubicBezTo>
                  <a:cubicBezTo>
                    <a:pt x="1265589" y="1725523"/>
                    <a:pt x="1105393" y="1897434"/>
                    <a:pt x="960671" y="2082013"/>
                  </a:cubicBezTo>
                  <a:cubicBezTo>
                    <a:pt x="815775" y="2266294"/>
                    <a:pt x="688923" y="2464081"/>
                    <a:pt x="581866" y="2672638"/>
                  </a:cubicBezTo>
                  <a:cubicBezTo>
                    <a:pt x="473765" y="2880669"/>
                    <a:pt x="387610" y="3099397"/>
                    <a:pt x="324789" y="3325262"/>
                  </a:cubicBezTo>
                  <a:cubicBezTo>
                    <a:pt x="262714" y="3552403"/>
                    <a:pt x="231223" y="3786822"/>
                    <a:pt x="231151" y="4022292"/>
                  </a:cubicBezTo>
                  <a:cubicBezTo>
                    <a:pt x="231413" y="4136912"/>
                    <a:pt x="244645" y="4251136"/>
                    <a:pt x="270592" y="4362792"/>
                  </a:cubicBezTo>
                  <a:cubicBezTo>
                    <a:pt x="297885" y="4472943"/>
                    <a:pt x="336983" y="4579833"/>
                    <a:pt x="387213" y="4681585"/>
                  </a:cubicBezTo>
                  <a:cubicBezTo>
                    <a:pt x="412042" y="4732517"/>
                    <a:pt x="439423" y="4782457"/>
                    <a:pt x="468507" y="4831546"/>
                  </a:cubicBezTo>
                  <a:cubicBezTo>
                    <a:pt x="497591" y="4880636"/>
                    <a:pt x="529230" y="4929015"/>
                    <a:pt x="561862" y="4976826"/>
                  </a:cubicBezTo>
                  <a:cubicBezTo>
                    <a:pt x="627975" y="5072166"/>
                    <a:pt x="701466" y="5164668"/>
                    <a:pt x="777511" y="5257597"/>
                  </a:cubicBezTo>
                  <a:cubicBezTo>
                    <a:pt x="853556" y="5350524"/>
                    <a:pt x="933574" y="5443594"/>
                    <a:pt x="1010895" y="5540494"/>
                  </a:cubicBezTo>
                  <a:cubicBezTo>
                    <a:pt x="1049957" y="5588732"/>
                    <a:pt x="1088642" y="5637963"/>
                    <a:pt x="1126948" y="5688186"/>
                  </a:cubicBezTo>
                  <a:lnTo>
                    <a:pt x="1182706" y="5760543"/>
                  </a:lnTo>
                  <a:cubicBezTo>
                    <a:pt x="1201007" y="5783669"/>
                    <a:pt x="1218458" y="5807503"/>
                    <a:pt x="1237327" y="5830060"/>
                  </a:cubicBezTo>
                  <a:cubicBezTo>
                    <a:pt x="1383714" y="6009916"/>
                    <a:pt x="1540413" y="6181116"/>
                    <a:pt x="1706649" y="6342797"/>
                  </a:cubicBezTo>
                  <a:cubicBezTo>
                    <a:pt x="1788084" y="6422531"/>
                    <a:pt x="1871265" y="6499427"/>
                    <a:pt x="1956207" y="6573484"/>
                  </a:cubicBezTo>
                  <a:cubicBezTo>
                    <a:pt x="2041332" y="6647402"/>
                    <a:pt x="2127733" y="6718907"/>
                    <a:pt x="2217681" y="6786297"/>
                  </a:cubicBezTo>
                  <a:lnTo>
                    <a:pt x="2260820" y="6817170"/>
                  </a:lnTo>
                  <a:lnTo>
                    <a:pt x="1429497" y="6817170"/>
                  </a:lnTo>
                  <a:lnTo>
                    <a:pt x="1327275" y="6713800"/>
                  </a:lnTo>
                  <a:cubicBezTo>
                    <a:pt x="1239186" y="6618984"/>
                    <a:pt x="1156797" y="6519019"/>
                    <a:pt x="1080556" y="6414443"/>
                  </a:cubicBezTo>
                  <a:cubicBezTo>
                    <a:pt x="1004653" y="6310734"/>
                    <a:pt x="932439" y="6205177"/>
                    <a:pt x="865189" y="6097496"/>
                  </a:cubicBezTo>
                  <a:cubicBezTo>
                    <a:pt x="847881" y="6070823"/>
                    <a:pt x="831565" y="6043725"/>
                    <a:pt x="814823" y="6016911"/>
                  </a:cubicBezTo>
                  <a:lnTo>
                    <a:pt x="766729" y="5938453"/>
                  </a:lnTo>
                  <a:cubicBezTo>
                    <a:pt x="735941" y="5887947"/>
                    <a:pt x="703878" y="5837581"/>
                    <a:pt x="671672" y="5786648"/>
                  </a:cubicBezTo>
                  <a:lnTo>
                    <a:pt x="474608" y="5474664"/>
                  </a:lnTo>
                  <a:cubicBezTo>
                    <a:pt x="408778" y="5368968"/>
                    <a:pt x="343516" y="5260008"/>
                    <a:pt x="282652" y="5146508"/>
                  </a:cubicBezTo>
                  <a:cubicBezTo>
                    <a:pt x="252290" y="5089759"/>
                    <a:pt x="223065" y="5032015"/>
                    <a:pt x="196108" y="4972712"/>
                  </a:cubicBezTo>
                  <a:cubicBezTo>
                    <a:pt x="169152" y="4913408"/>
                    <a:pt x="144607" y="4853111"/>
                    <a:pt x="122474" y="4791821"/>
                  </a:cubicBezTo>
                  <a:cubicBezTo>
                    <a:pt x="100342" y="4730532"/>
                    <a:pt x="81757" y="4666830"/>
                    <a:pt x="65724" y="4603129"/>
                  </a:cubicBezTo>
                  <a:cubicBezTo>
                    <a:pt x="58205" y="4571064"/>
                    <a:pt x="50828" y="4539143"/>
                    <a:pt x="44727" y="4506937"/>
                  </a:cubicBezTo>
                  <a:lnTo>
                    <a:pt x="35505" y="4458699"/>
                  </a:lnTo>
                  <a:lnTo>
                    <a:pt x="27845" y="4410320"/>
                  </a:lnTo>
                  <a:cubicBezTo>
                    <a:pt x="8635" y="4281881"/>
                    <a:pt x="-661" y="4152150"/>
                    <a:pt x="37" y="4022292"/>
                  </a:cubicBezTo>
                  <a:cubicBezTo>
                    <a:pt x="712" y="3768592"/>
                    <a:pt x="27094" y="3515615"/>
                    <a:pt x="78777" y="3267236"/>
                  </a:cubicBezTo>
                  <a:cubicBezTo>
                    <a:pt x="130048" y="3017876"/>
                    <a:pt x="209439" y="2775142"/>
                    <a:pt x="315424" y="2543673"/>
                  </a:cubicBezTo>
                  <a:cubicBezTo>
                    <a:pt x="528236" y="2081161"/>
                    <a:pt x="838234" y="1667312"/>
                    <a:pt x="1202710" y="1314895"/>
                  </a:cubicBezTo>
                  <a:cubicBezTo>
                    <a:pt x="1385514" y="1138814"/>
                    <a:pt x="1582282" y="977831"/>
                    <a:pt x="1791065" y="833514"/>
                  </a:cubicBezTo>
                  <a:cubicBezTo>
                    <a:pt x="2420037" y="395614"/>
                    <a:pt x="3147288" y="119557"/>
                    <a:pt x="3908404" y="29794"/>
                  </a:cubicBezTo>
                  <a:cubicBezTo>
                    <a:pt x="4098509" y="7429"/>
                    <a:pt x="4289811" y="-2355"/>
                    <a:pt x="4481066" y="478"/>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C72F6EE6-EDE9-45A5-8F6D-02B9B7CB2C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1"/>
              <a:ext cx="6165116"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C093DC50-3BD7-46B1-A300-CD207E152F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5977"/>
              <a:ext cx="6238675"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226263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CC2F-63C6-155E-2F14-ECA88B217974}"/>
              </a:ext>
            </a:extLst>
          </p:cNvPr>
          <p:cNvSpPr>
            <a:spLocks noGrp="1"/>
          </p:cNvSpPr>
          <p:nvPr>
            <p:ph type="title"/>
          </p:nvPr>
        </p:nvSpPr>
        <p:spPr/>
        <p:txBody>
          <a:bodyPr/>
          <a:lstStyle/>
          <a:p>
            <a:r>
              <a:rPr lang="en-US"/>
              <a:t>Questions?</a:t>
            </a:r>
          </a:p>
        </p:txBody>
      </p:sp>
      <p:sp>
        <p:nvSpPr>
          <p:cNvPr id="3" name="Content Placeholder 2">
            <a:extLst>
              <a:ext uri="{FF2B5EF4-FFF2-40B4-BE49-F238E27FC236}">
                <a16:creationId xmlns:a16="http://schemas.microsoft.com/office/drawing/2014/main" id="{CA21D293-01F4-83D1-4E76-EF3B5C59F821}"/>
              </a:ext>
            </a:extLst>
          </p:cNvPr>
          <p:cNvSpPr>
            <a:spLocks noGrp="1"/>
          </p:cNvSpPr>
          <p:nvPr>
            <p:ph idx="1"/>
          </p:nvPr>
        </p:nvSpPr>
        <p:spPr/>
        <p:txBody>
          <a:bodyPr/>
          <a:lstStyle/>
          <a:p>
            <a:endParaRPr lang="en-US"/>
          </a:p>
        </p:txBody>
      </p:sp>
      <p:pic>
        <p:nvPicPr>
          <p:cNvPr id="2050" name="Picture 2" descr="21 Questions Game: 180+ Best Questions You'll Ever Ask |">
            <a:extLst>
              <a:ext uri="{FF2B5EF4-FFF2-40B4-BE49-F238E27FC236}">
                <a16:creationId xmlns:a16="http://schemas.microsoft.com/office/drawing/2014/main" id="{A87193E6-C65C-A50E-E65A-9A5F30A748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1969" y="0"/>
            <a:ext cx="13215937" cy="68722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81212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903</Words>
  <Application>Microsoft Office PowerPoint</Application>
  <PresentationFormat>Widescreen</PresentationFormat>
  <Paragraphs>89</Paragraphs>
  <Slides>15</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Aptos Display</vt:lpstr>
      <vt:lpstr>Arial</vt:lpstr>
      <vt:lpstr>Calibri</vt:lpstr>
      <vt:lpstr>Office Theme</vt:lpstr>
      <vt:lpstr>Moviemeter</vt:lpstr>
      <vt:lpstr>Problem Definition</vt:lpstr>
      <vt:lpstr>Solution?</vt:lpstr>
      <vt:lpstr>AI Methods and Methodology</vt:lpstr>
      <vt:lpstr>Scoring</vt:lpstr>
      <vt:lpstr>How the Hybrid Model works ?</vt:lpstr>
      <vt:lpstr>Analysis on Effectiveness of Hybrid Movie System</vt:lpstr>
      <vt:lpstr>Accuracy of Predictions</vt:lpstr>
      <vt:lpstr>Quality of recommended movies</vt:lpstr>
      <vt:lpstr>Coverage</vt:lpstr>
      <vt:lpstr>Novelty  </vt:lpstr>
      <vt:lpstr>Performance </vt:lpstr>
      <vt:lpstr>Overall Results and Analysis </vt:lpstr>
      <vt:lpstr>Demo</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Hunter T Smith</dc:creator>
  <cp:lastModifiedBy>Breakthrough Records</cp:lastModifiedBy>
  <cp:revision>1</cp:revision>
  <dcterms:created xsi:type="dcterms:W3CDTF">2025-11-12T17:18:34Z</dcterms:created>
  <dcterms:modified xsi:type="dcterms:W3CDTF">2025-11-21T01:40:16Z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66b0589-5486-4fa4-9e2e-e6138c587d2b_Enabled">
    <vt:lpwstr>true</vt:lpwstr>
  </property>
  <property fmtid="{D5CDD505-2E9C-101B-9397-08002B2CF9AE}" pid="3" name="MSIP_Label_766b0589-5486-4fa4-9e2e-e6138c587d2b_SetDate">
    <vt:lpwstr>2025-11-12T17:20:43Z</vt:lpwstr>
  </property>
  <property fmtid="{D5CDD505-2E9C-101B-9397-08002B2CF9AE}" pid="4" name="MSIP_Label_766b0589-5486-4fa4-9e2e-e6138c587d2b_Method">
    <vt:lpwstr>Standard</vt:lpwstr>
  </property>
  <property fmtid="{D5CDD505-2E9C-101B-9397-08002B2CF9AE}" pid="5" name="MSIP_Label_766b0589-5486-4fa4-9e2e-e6138c587d2b_Name">
    <vt:lpwstr>defa4170-0d19-0005-0004-bc88714345d2</vt:lpwstr>
  </property>
  <property fmtid="{D5CDD505-2E9C-101B-9397-08002B2CF9AE}" pid="6" name="MSIP_Label_766b0589-5486-4fa4-9e2e-e6138c587d2b_SiteId">
    <vt:lpwstr>abca6162-bfa7-4526-9826-e7fb30c1fc2e</vt:lpwstr>
  </property>
  <property fmtid="{D5CDD505-2E9C-101B-9397-08002B2CF9AE}" pid="7" name="MSIP_Label_766b0589-5486-4fa4-9e2e-e6138c587d2b_ActionId">
    <vt:lpwstr>71380cff-f7ab-47e2-ad7e-f454fe092242</vt:lpwstr>
  </property>
  <property fmtid="{D5CDD505-2E9C-101B-9397-08002B2CF9AE}" pid="8" name="MSIP_Label_766b0589-5486-4fa4-9e2e-e6138c587d2b_ContentBits">
    <vt:lpwstr>0</vt:lpwstr>
  </property>
  <property fmtid="{D5CDD505-2E9C-101B-9397-08002B2CF9AE}" pid="9" name="MSIP_Label_766b0589-5486-4fa4-9e2e-e6138c587d2b_Tag">
    <vt:lpwstr>10, 3, 0, 1</vt:lpwstr>
  </property>
</Properties>
</file>