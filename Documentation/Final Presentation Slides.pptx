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5F0CC22-385B-43CC-9D91-4794FF1EBBF0}" v="212" dt="2025-11-12T17:27:36.39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unter T Smith" userId="85048cc5-0361-478c-b7ab-429a8b03b5c9" providerId="ADAL" clId="{EE23C152-F5A7-494E-894C-B664F80D40D8}"/>
    <pc:docChg chg="undo custSel mod addSld modSld">
      <pc:chgData name="Hunter T Smith" userId="85048cc5-0361-478c-b7ab-429a8b03b5c9" providerId="ADAL" clId="{EE23C152-F5A7-494E-894C-B664F80D40D8}" dt="2025-11-12T17:27:36.393" v="302" actId="20577"/>
      <pc:docMkLst>
        <pc:docMk/>
      </pc:docMkLst>
      <pc:sldChg chg="modSp new mod">
        <pc:chgData name="Hunter T Smith" userId="85048cc5-0361-478c-b7ab-429a8b03b5c9" providerId="ADAL" clId="{EE23C152-F5A7-494E-894C-B664F80D40D8}" dt="2025-11-12T17:20:42.623" v="22" actId="20577"/>
        <pc:sldMkLst>
          <pc:docMk/>
          <pc:sldMk cId="249124269" sldId="256"/>
        </pc:sldMkLst>
        <pc:spChg chg="mod">
          <ac:chgData name="Hunter T Smith" userId="85048cc5-0361-478c-b7ab-429a8b03b5c9" providerId="ADAL" clId="{EE23C152-F5A7-494E-894C-B664F80D40D8}" dt="2025-11-12T17:20:42.623" v="22" actId="20577"/>
          <ac:spMkLst>
            <pc:docMk/>
            <pc:sldMk cId="249124269" sldId="256"/>
            <ac:spMk id="2" creationId="{4501A975-1F0A-263E-A896-4FD4B5522AD2}"/>
          </ac:spMkLst>
        </pc:spChg>
      </pc:sldChg>
      <pc:sldChg chg="modSp new mod">
        <pc:chgData name="Hunter T Smith" userId="85048cc5-0361-478c-b7ab-429a8b03b5c9" providerId="ADAL" clId="{EE23C152-F5A7-494E-894C-B664F80D40D8}" dt="2025-11-12T17:25:07.272" v="118" actId="403"/>
        <pc:sldMkLst>
          <pc:docMk/>
          <pc:sldMk cId="281703575" sldId="257"/>
        </pc:sldMkLst>
        <pc:spChg chg="mod">
          <ac:chgData name="Hunter T Smith" userId="85048cc5-0361-478c-b7ab-429a8b03b5c9" providerId="ADAL" clId="{EE23C152-F5A7-494E-894C-B664F80D40D8}" dt="2025-11-12T17:22:47.052" v="53" actId="20577"/>
          <ac:spMkLst>
            <pc:docMk/>
            <pc:sldMk cId="281703575" sldId="257"/>
            <ac:spMk id="2" creationId="{11A1330E-B4B8-D538-2564-02E0258B6E3A}"/>
          </ac:spMkLst>
        </pc:spChg>
        <pc:spChg chg="mod">
          <ac:chgData name="Hunter T Smith" userId="85048cc5-0361-478c-b7ab-429a8b03b5c9" providerId="ADAL" clId="{EE23C152-F5A7-494E-894C-B664F80D40D8}" dt="2025-11-12T17:25:07.272" v="118" actId="403"/>
          <ac:spMkLst>
            <pc:docMk/>
            <pc:sldMk cId="281703575" sldId="257"/>
            <ac:spMk id="3" creationId="{33A3629A-093F-CA36-405D-3D61659E3D19}"/>
          </ac:spMkLst>
        </pc:spChg>
      </pc:sldChg>
      <pc:sldChg chg="modSp new mod">
        <pc:chgData name="Hunter T Smith" userId="85048cc5-0361-478c-b7ab-429a8b03b5c9" providerId="ADAL" clId="{EE23C152-F5A7-494E-894C-B664F80D40D8}" dt="2025-11-12T17:27:36.393" v="302" actId="20577"/>
        <pc:sldMkLst>
          <pc:docMk/>
          <pc:sldMk cId="3336757586" sldId="258"/>
        </pc:sldMkLst>
        <pc:spChg chg="mod">
          <ac:chgData name="Hunter T Smith" userId="85048cc5-0361-478c-b7ab-429a8b03b5c9" providerId="ADAL" clId="{EE23C152-F5A7-494E-894C-B664F80D40D8}" dt="2025-11-12T17:27:36.393" v="302" actId="20577"/>
          <ac:spMkLst>
            <pc:docMk/>
            <pc:sldMk cId="3336757586" sldId="258"/>
            <ac:spMk id="2" creationId="{0C200BEE-AA7C-7DDB-9C62-1085D4F6AE2C}"/>
          </ac:spMkLst>
        </pc:spChg>
        <pc:spChg chg="mod">
          <ac:chgData name="Hunter T Smith" userId="85048cc5-0361-478c-b7ab-429a8b03b5c9" providerId="ADAL" clId="{EE23C152-F5A7-494E-894C-B664F80D40D8}" dt="2025-11-12T17:24:55.984" v="116" actId="27636"/>
          <ac:spMkLst>
            <pc:docMk/>
            <pc:sldMk cId="3336757586" sldId="258"/>
            <ac:spMk id="3" creationId="{D1AA1BA2-6F57-B904-AEAE-C68A17CEB5F1}"/>
          </ac:spMkLst>
        </pc:spChg>
      </pc:sldChg>
      <pc:sldChg chg="modSp new mod">
        <pc:chgData name="Hunter T Smith" userId="85048cc5-0361-478c-b7ab-429a8b03b5c9" providerId="ADAL" clId="{EE23C152-F5A7-494E-894C-B664F80D40D8}" dt="2025-11-12T17:25:23.038" v="156" actId="20577"/>
        <pc:sldMkLst>
          <pc:docMk/>
          <pc:sldMk cId="820991900" sldId="259"/>
        </pc:sldMkLst>
        <pc:spChg chg="mod">
          <ac:chgData name="Hunter T Smith" userId="85048cc5-0361-478c-b7ab-429a8b03b5c9" providerId="ADAL" clId="{EE23C152-F5A7-494E-894C-B664F80D40D8}" dt="2025-11-12T17:25:17.445" v="127" actId="20577"/>
          <ac:spMkLst>
            <pc:docMk/>
            <pc:sldMk cId="820991900" sldId="259"/>
            <ac:spMk id="2" creationId="{DAF3C756-8F2A-631C-50E0-E83062DB3A2D}"/>
          </ac:spMkLst>
        </pc:spChg>
        <pc:spChg chg="mod">
          <ac:chgData name="Hunter T Smith" userId="85048cc5-0361-478c-b7ab-429a8b03b5c9" providerId="ADAL" clId="{EE23C152-F5A7-494E-894C-B664F80D40D8}" dt="2025-11-12T17:25:23.038" v="156" actId="20577"/>
          <ac:spMkLst>
            <pc:docMk/>
            <pc:sldMk cId="820991900" sldId="259"/>
            <ac:spMk id="3" creationId="{6347159A-AA8B-85FF-8E38-91495F744FF1}"/>
          </ac:spMkLst>
        </pc:spChg>
      </pc:sldChg>
      <pc:sldChg chg="modSp new mod">
        <pc:chgData name="Hunter T Smith" userId="85048cc5-0361-478c-b7ab-429a8b03b5c9" providerId="ADAL" clId="{EE23C152-F5A7-494E-894C-B664F80D40D8}" dt="2025-11-12T17:26:23.769" v="183" actId="20577"/>
        <pc:sldMkLst>
          <pc:docMk/>
          <pc:sldMk cId="581820033" sldId="260"/>
        </pc:sldMkLst>
        <pc:spChg chg="mod">
          <ac:chgData name="Hunter T Smith" userId="85048cc5-0361-478c-b7ab-429a8b03b5c9" providerId="ADAL" clId="{EE23C152-F5A7-494E-894C-B664F80D40D8}" dt="2025-11-12T17:26:23.769" v="183" actId="20577"/>
          <ac:spMkLst>
            <pc:docMk/>
            <pc:sldMk cId="581820033" sldId="260"/>
            <ac:spMk id="2" creationId="{EC12F9FC-7347-C4AA-FEA6-BE6A17550878}"/>
          </ac:spMkLst>
        </pc:spChg>
      </pc:sldChg>
      <pc:sldChg chg="modSp new mod">
        <pc:chgData name="Hunter T Smith" userId="85048cc5-0361-478c-b7ab-429a8b03b5c9" providerId="ADAL" clId="{EE23C152-F5A7-494E-894C-B664F80D40D8}" dt="2025-11-12T17:26:46.190" v="213" actId="20577"/>
        <pc:sldMkLst>
          <pc:docMk/>
          <pc:sldMk cId="4041947008" sldId="261"/>
        </pc:sldMkLst>
        <pc:spChg chg="mod">
          <ac:chgData name="Hunter T Smith" userId="85048cc5-0361-478c-b7ab-429a8b03b5c9" providerId="ADAL" clId="{EE23C152-F5A7-494E-894C-B664F80D40D8}" dt="2025-11-12T17:26:46.190" v="213" actId="20577"/>
          <ac:spMkLst>
            <pc:docMk/>
            <pc:sldMk cId="4041947008" sldId="261"/>
            <ac:spMk id="2" creationId="{A343D473-C842-16A8-4945-58EF8098603D}"/>
          </ac:spMkLst>
        </pc:spChg>
      </pc:sldChg>
      <pc:sldChg chg="modSp new mod">
        <pc:chgData name="Hunter T Smith" userId="85048cc5-0361-478c-b7ab-429a8b03b5c9" providerId="ADAL" clId="{EE23C152-F5A7-494E-894C-B664F80D40D8}" dt="2025-11-12T17:26:56.460" v="223" actId="20577"/>
        <pc:sldMkLst>
          <pc:docMk/>
          <pc:sldMk cId="2022626399" sldId="262"/>
        </pc:sldMkLst>
        <pc:spChg chg="mod">
          <ac:chgData name="Hunter T Smith" userId="85048cc5-0361-478c-b7ab-429a8b03b5c9" providerId="ADAL" clId="{EE23C152-F5A7-494E-894C-B664F80D40D8}" dt="2025-11-12T17:26:56.460" v="223" actId="20577"/>
          <ac:spMkLst>
            <pc:docMk/>
            <pc:sldMk cId="2022626399" sldId="262"/>
            <ac:spMk id="2" creationId="{9A17184B-4937-E195-E578-C625B2AB911F}"/>
          </ac:spMkLst>
        </pc:spChg>
      </pc:sldChg>
      <pc:sldChg chg="modSp new mod">
        <pc:chgData name="Hunter T Smith" userId="85048cc5-0361-478c-b7ab-429a8b03b5c9" providerId="ADAL" clId="{EE23C152-F5A7-494E-894C-B664F80D40D8}" dt="2025-11-12T17:27:08.805" v="269" actId="20577"/>
        <pc:sldMkLst>
          <pc:docMk/>
          <pc:sldMk cId="3235235595" sldId="263"/>
        </pc:sldMkLst>
        <pc:spChg chg="mod">
          <ac:chgData name="Hunter T Smith" userId="85048cc5-0361-478c-b7ab-429a8b03b5c9" providerId="ADAL" clId="{EE23C152-F5A7-494E-894C-B664F80D40D8}" dt="2025-11-12T17:27:08.805" v="269" actId="20577"/>
          <ac:spMkLst>
            <pc:docMk/>
            <pc:sldMk cId="3235235595" sldId="263"/>
            <ac:spMk id="2" creationId="{B678E253-B61B-D448-65D1-6310696939B1}"/>
          </ac:spMkLst>
        </pc:spChg>
      </pc:sldChg>
      <pc:sldChg chg="modSp new mod">
        <pc:chgData name="Hunter T Smith" userId="85048cc5-0361-478c-b7ab-429a8b03b5c9" providerId="ADAL" clId="{EE23C152-F5A7-494E-894C-B664F80D40D8}" dt="2025-11-12T17:27:12.662" v="280" actId="20577"/>
        <pc:sldMkLst>
          <pc:docMk/>
          <pc:sldMk cId="4208121231" sldId="264"/>
        </pc:sldMkLst>
        <pc:spChg chg="mod">
          <ac:chgData name="Hunter T Smith" userId="85048cc5-0361-478c-b7ab-429a8b03b5c9" providerId="ADAL" clId="{EE23C152-F5A7-494E-894C-B664F80D40D8}" dt="2025-11-12T17:27:12.662" v="280" actId="20577"/>
          <ac:spMkLst>
            <pc:docMk/>
            <pc:sldMk cId="4208121231" sldId="264"/>
            <ac:spMk id="2" creationId="{333DCC2F-63C6-155E-2F14-ECA88B217974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AEFAF2-1B95-4B64-AD4B-986E4F74B7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BBC3432-8332-DE22-1DBB-1D83C62324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465C2E-19D6-B5D8-01F9-C1E0A76729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92D934-C1E1-4F35-8ECC-9972AA97D066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054F19-9252-A1B1-A6E7-653E870A3E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129AE3-716A-6882-E805-57639306A0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2C93D0-8EBE-4919-8734-2FDE6BB59D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81344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27B525-3379-86AF-C148-714C9E1C58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D0B714-CE50-7E84-CD91-39F3A1324D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26FA80-9547-6ACB-2651-EEC646DA02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92D934-C1E1-4F35-8ECC-9972AA97D066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C8E17E-533F-3116-80C4-AE7F632787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530113-C5DE-5393-4737-7BFA7F4108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2C93D0-8EBE-4919-8734-2FDE6BB59D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30081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F4AD61-BE75-8498-9D97-098975FD90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07362B-B363-291F-70C2-603899943A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54D484-940B-E224-C0D4-B214396C10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92D934-C1E1-4F35-8ECC-9972AA97D066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3FB88F-7EC3-C0E4-52EC-D4522AFD1F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3C885F-FCE4-68CB-468D-4C77D330D5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2C93D0-8EBE-4919-8734-2FDE6BB59D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1787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5380EE-AAF5-66A3-7C5D-55C26A80A0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A2468D-5463-51C6-B744-4B39CC7E728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2F0AE1-457A-F4C4-854B-38318E8608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7F42A3-9809-24FB-9587-1120A78C50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92D934-C1E1-4F35-8ECC-9972AA97D066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47DD869-07DD-2F65-0B65-59F49CB124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B346EA-4AB8-D399-761C-F072043A4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2C93D0-8EBE-4919-8734-2FDE6BB59D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16842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DFF49-9473-30A9-5C9D-464C0FC580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1CA596-6EC8-4B48-F0E5-D741EE5AE8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8F5210-2E81-114E-746A-9F58277329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7FAC2FE-673A-A7F6-C32C-031C4509058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78E57F1-DF4E-80EB-6BF1-B9230BE30AE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2A41F46-D38C-EEEC-0DFF-76CE34C9C4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92D934-C1E1-4F35-8ECC-9972AA97D066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8426D79-A06D-5A4E-6356-3E78E62D0A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8464C01-E52B-D02D-26F5-84E9607A18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2C93D0-8EBE-4919-8734-2FDE6BB59D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74633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5B03AF-09C4-5378-B7DB-79924B5D43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ED96A0D-6EA3-92BA-ED57-8363DF832A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92D934-C1E1-4F35-8ECC-9972AA97D066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04E8C6-83AD-F4FC-6CFF-1C845B55F0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E4FC98-DFA9-2B9F-2F98-23836C81E9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2C93D0-8EBE-4919-8734-2FDE6BB59D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24403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F6CD48E-5524-3854-8F0C-3F362A42A8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92D934-C1E1-4F35-8ECC-9972AA97D066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8A00A9-A57B-B49A-7948-EE7525BF01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7B6E89-3DC9-F08D-73C5-A25887C16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2C93D0-8EBE-4919-8734-2FDE6BB59D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57606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9EEF9-1592-351B-446D-8A13872F9F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D494FA-DEE8-3C4C-316F-7C4FD7C242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36BF9F6-8E72-99C5-58CF-C3830D806F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99BDC1-36FC-EA54-EED4-4F6D5290E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92D934-C1E1-4F35-8ECC-9972AA97D066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87BE75-4D35-C4E0-ED8E-591733DEC5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C918C0-B4EF-1A31-D863-0B4DDD0A55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2C93D0-8EBE-4919-8734-2FDE6BB59D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68218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B3B5E8-9AF6-C19C-02FA-7C2BBACACC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66D39B9-558C-36BD-FF6D-334F37A87B3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D0F4D92-2E6C-8EAD-070C-A6ECD9EFC4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1FA70D-1E18-EC42-6292-1A72F70501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92D934-C1E1-4F35-8ECC-9972AA97D066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69B07D-A2AD-69D1-720C-D738ED635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6966A5-09E2-CC7D-EBDE-4792B11B50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2C93D0-8EBE-4919-8734-2FDE6BB59D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24616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763D29-8CF8-B022-81B6-921ED7D22B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BAB676C-D320-3737-4F07-DB27A12535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EF7C1D-0E25-CF6F-527A-D39B7D9E0B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92D934-C1E1-4F35-8ECC-9972AA97D066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A7C53F-DA21-E6E4-3729-0D72DFC151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7B7612-C7B8-10E3-4F95-3A33D650A7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2C93D0-8EBE-4919-8734-2FDE6BB59D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77956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F84D4D0-9128-6382-C400-020905416B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BC4CB8-39D4-7658-9A48-728842E117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31E53E-26EA-B7F1-A395-780F342474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92D934-C1E1-4F35-8ECC-9972AA97D066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D74A16-D303-3852-EF74-34605D0B3F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AD7459-B47F-E540-47EE-E6ED075F4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2C93D0-8EBE-4919-8734-2FDE6BB59D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94332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A572F0-B264-CB1C-2058-5C1027E2B7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3A8155-C30A-4B93-1C6D-BFE97B5DEE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06F00B-58B9-A649-3040-22B69F4D38D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D92D934-C1E1-4F35-8ECC-9972AA97D066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49BEC3-38B8-7B8F-2169-73468413D7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DA6FC5-A36F-262B-FB0D-5FAE12AD05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92C93D0-8EBE-4919-8734-2FDE6BB59D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67190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01A975-1F0A-263E-A896-4FD4B5522AD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Moviemeter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8DF4B77-5B52-A1FF-EF98-1F67EB7FF96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1242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1330E-B4B8-D538-2564-02E0258B6E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Rubric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A3629A-093F-CA36-405D-3D61659E3D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US" sz="2900" b="1"/>
              <a:t>1. Content and Understanding (30 points)</a:t>
            </a:r>
          </a:p>
          <a:p>
            <a:pPr marL="0" indent="0">
              <a:buNone/>
            </a:pPr>
            <a:br>
              <a:rPr lang="en-US"/>
            </a:br>
            <a:r>
              <a:rPr lang="en-US"/>
              <a:t>• Problem Definition (10 pts):</a:t>
            </a:r>
            <a:br>
              <a:rPr lang="en-US"/>
            </a:br>
            <a:r>
              <a:rPr lang="en-US"/>
              <a:t>Clearly explains the problem being addressed and why it is important or relevant.</a:t>
            </a:r>
            <a:br>
              <a:rPr lang="en-US"/>
            </a:br>
            <a:r>
              <a:rPr lang="en-US"/>
              <a:t>o 10: Exceptionally clear and insightful</a:t>
            </a:r>
            <a:br>
              <a:rPr lang="en-US"/>
            </a:br>
            <a:r>
              <a:rPr lang="en-US"/>
              <a:t>o 8: Clear, with good context</a:t>
            </a:r>
            <a:br>
              <a:rPr lang="en-US"/>
            </a:br>
            <a:r>
              <a:rPr lang="en-US"/>
              <a:t>o 6: Somewhat vague or incomplete</a:t>
            </a:r>
            <a:br>
              <a:rPr lang="en-US"/>
            </a:br>
            <a:r>
              <a:rPr lang="en-US"/>
              <a:t>o 4: Poorly defined or unclear</a:t>
            </a:r>
          </a:p>
          <a:p>
            <a:pPr marL="0" indent="0">
              <a:buNone/>
            </a:pPr>
            <a:br>
              <a:rPr lang="en-US"/>
            </a:br>
            <a:r>
              <a:rPr lang="en-US"/>
              <a:t>• AI Methodology and Approach (10 pts):</a:t>
            </a:r>
            <a:br>
              <a:rPr lang="en-US"/>
            </a:br>
            <a:r>
              <a:rPr lang="en-US"/>
              <a:t>Demonstrates understanding of AI methods (e.g., ML model, NLP, computer vision, etc.)</a:t>
            </a:r>
            <a:br>
              <a:rPr lang="en-US"/>
            </a:br>
            <a:r>
              <a:rPr lang="en-US"/>
              <a:t>and explains how they are applied.</a:t>
            </a:r>
            <a:br>
              <a:rPr lang="en-US"/>
            </a:br>
            <a:r>
              <a:rPr lang="en-US"/>
              <a:t>o 10: Strong understanding and clear explanation</a:t>
            </a:r>
            <a:br>
              <a:rPr lang="en-US"/>
            </a:br>
            <a:r>
              <a:rPr lang="en-US"/>
              <a:t>o 8: Adequate explanation, minor gaps</a:t>
            </a:r>
            <a:br>
              <a:rPr lang="en-US"/>
            </a:br>
            <a:r>
              <a:rPr lang="en-US"/>
              <a:t>o 6: Basic mention with limited understanding</a:t>
            </a:r>
            <a:br>
              <a:rPr lang="en-US"/>
            </a:br>
            <a:r>
              <a:rPr lang="en-US"/>
              <a:t>o 4: Unclear or incorrect description</a:t>
            </a:r>
          </a:p>
          <a:p>
            <a:pPr marL="0" indent="0">
              <a:buNone/>
            </a:pPr>
            <a:br>
              <a:rPr lang="en-US"/>
            </a:br>
            <a:r>
              <a:rPr lang="en-US"/>
              <a:t>• Results and Analysis (10 pts):</a:t>
            </a:r>
            <a:br>
              <a:rPr lang="en-US"/>
            </a:br>
            <a:r>
              <a:rPr lang="en-US"/>
              <a:t>Shows evidence of testing, results, or demonstrations; interprets findings logically.</a:t>
            </a:r>
            <a:br>
              <a:rPr lang="en-US"/>
            </a:br>
            <a:r>
              <a:rPr lang="en-US"/>
              <a:t>o 10: Comprehensive results with analysis</a:t>
            </a:r>
            <a:br>
              <a:rPr lang="en-US"/>
            </a:br>
            <a:r>
              <a:rPr lang="en-US"/>
              <a:t>o 8: Reasonable results and interpretation</a:t>
            </a:r>
            <a:br>
              <a:rPr lang="en-US"/>
            </a:br>
            <a:r>
              <a:rPr lang="en-US"/>
              <a:t>o 6: Limited results or unclear explanation</a:t>
            </a:r>
            <a:br>
              <a:rPr lang="en-US"/>
            </a:br>
            <a:r>
              <a:rPr lang="en-US"/>
              <a:t>o 4: Missing or poorly interpreted results</a:t>
            </a:r>
            <a:br>
              <a:rPr lang="en-US"/>
            </a:b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7035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00BEE-AA7C-7DDB-9C62-1085D4F6AE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Rubric 2 (Design and Delivery)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AA1BA2-6F57-B904-AEAE-C68A17CEB5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0000" lnSpcReduction="20000"/>
          </a:bodyPr>
          <a:lstStyle/>
          <a:p>
            <a:pPr marL="0" indent="0">
              <a:buNone/>
            </a:pPr>
            <a:r>
              <a:rPr lang="en-US" sz="4300" b="1"/>
              <a:t>2. Slide Design and Organization (25 points)</a:t>
            </a:r>
            <a:br>
              <a:rPr lang="en-US"/>
            </a:br>
            <a:r>
              <a:rPr lang="en-US"/>
              <a:t>• Clarity and Flow (10 pts):</a:t>
            </a:r>
            <a:br>
              <a:rPr lang="en-US"/>
            </a:br>
            <a:r>
              <a:rPr lang="en-US"/>
              <a:t>Slides are well-structured and easy to follow. Logical sequence from problem → method</a:t>
            </a:r>
            <a:br>
              <a:rPr lang="en-US"/>
            </a:br>
            <a:r>
              <a:rPr lang="en-US"/>
              <a:t>→ results → conclusion.</a:t>
            </a:r>
            <a:br>
              <a:rPr lang="en-US"/>
            </a:br>
            <a:r>
              <a:rPr lang="en-US"/>
              <a:t>• Visual Design (10 pts):</a:t>
            </a:r>
            <a:br>
              <a:rPr lang="en-US"/>
            </a:br>
            <a:r>
              <a:rPr lang="en-US"/>
              <a:t>Appropriate use of visuals, figures, and text. Balanced, readable, and professional-</a:t>
            </a:r>
            <a:br>
              <a:rPr lang="en-US"/>
            </a:br>
            <a:r>
              <a:rPr lang="en-US"/>
              <a:t>looking.</a:t>
            </a:r>
            <a:br>
              <a:rPr lang="en-US"/>
            </a:br>
            <a:r>
              <a:rPr lang="en-US"/>
              <a:t>• Proper Attribution (5 pts):</a:t>
            </a:r>
            <a:br>
              <a:rPr lang="en-US"/>
            </a:br>
            <a:r>
              <a:rPr lang="en-US"/>
              <a:t>Sources, data, and tools are properly cited on slides.</a:t>
            </a:r>
          </a:p>
          <a:p>
            <a:pPr marL="0" indent="0">
              <a:buNone/>
            </a:pPr>
            <a:br>
              <a:rPr lang="en-US" sz="3700" b="1"/>
            </a:br>
            <a:r>
              <a:rPr lang="en-US" sz="4300" b="1"/>
              <a:t>3. Presentation Delivery (30 points)</a:t>
            </a:r>
            <a:br>
              <a:rPr lang="en-US" sz="3700" b="1"/>
            </a:br>
            <a:r>
              <a:rPr lang="en-US"/>
              <a:t>• Oral Communication (10 pts):</a:t>
            </a:r>
            <a:br>
              <a:rPr lang="en-US"/>
            </a:br>
            <a:r>
              <a:rPr lang="en-US"/>
              <a:t>Clear, confident speaking; appropriate pacing; avoids reading directly from slides.</a:t>
            </a:r>
            <a:br>
              <a:rPr lang="en-US"/>
            </a:br>
            <a:r>
              <a:rPr lang="en-US"/>
              <a:t>• Team Collaboration (10 pts):</a:t>
            </a:r>
            <a:br>
              <a:rPr lang="en-US"/>
            </a:br>
            <a:r>
              <a:rPr lang="en-US"/>
              <a:t>All team members contribute meaningfully; balanced participation.</a:t>
            </a:r>
          </a:p>
          <a:p>
            <a:pPr marL="0" indent="0">
              <a:buNone/>
            </a:pPr>
            <a:r>
              <a:rPr lang="en-US"/>
              <a:t>• Engagement and Questions (10 pts):</a:t>
            </a:r>
            <a:br>
              <a:rPr lang="en-US"/>
            </a:br>
            <a:r>
              <a:rPr lang="en-US"/>
              <a:t>Maintains audience interest, handles questions thoughtfully.</a:t>
            </a:r>
          </a:p>
          <a:p>
            <a:pPr marL="0" indent="0">
              <a:buNone/>
            </a:pPr>
            <a:br>
              <a:rPr lang="en-US"/>
            </a:br>
            <a:r>
              <a:rPr lang="en-US" sz="3500" b="1"/>
              <a:t>4. Professionalism and Timing (15 points)</a:t>
            </a:r>
            <a:br>
              <a:rPr lang="en-US"/>
            </a:br>
            <a:r>
              <a:rPr lang="en-US"/>
              <a:t>• Adherence to Time Limit (5 pts):</a:t>
            </a:r>
            <a:br>
              <a:rPr lang="en-US"/>
            </a:br>
            <a:r>
              <a:rPr lang="en-US"/>
              <a:t>Presentation stays within the allotted time (e.g., 8–10 minutes).</a:t>
            </a:r>
            <a:br>
              <a:rPr lang="en-US"/>
            </a:br>
            <a:r>
              <a:rPr lang="en-US"/>
              <a:t>• Professional Conduct (5 pts):</a:t>
            </a:r>
            <a:br>
              <a:rPr lang="en-US"/>
            </a:br>
            <a:r>
              <a:rPr lang="en-US"/>
              <a:t>Shows preparedness, enthusiasm, and respect.</a:t>
            </a:r>
            <a:br>
              <a:rPr lang="en-US"/>
            </a:br>
            <a:r>
              <a:rPr lang="en-US"/>
              <a:t>• Technical Readiness (5 pts):</a:t>
            </a:r>
            <a:br>
              <a:rPr lang="en-US"/>
            </a:br>
            <a:r>
              <a:rPr lang="en-US"/>
              <a:t>Slides, demos, and transitions run smoothly without major technical issues.</a:t>
            </a:r>
            <a:br>
              <a:rPr lang="en-US"/>
            </a:br>
            <a:r>
              <a:rPr lang="en-US"/>
              <a:t>Total: 100 points</a:t>
            </a:r>
            <a:br>
              <a:rPr lang="en-US"/>
            </a:br>
            <a:r>
              <a:rPr lang="en-US"/>
              <a:t>Notes: Grades for each member in a group may differ according to contributions in work</a:t>
            </a:r>
            <a:br>
              <a:rPr lang="en-US"/>
            </a:br>
            <a:r>
              <a:rPr lang="en-US"/>
              <a:t>and presentation delivery</a:t>
            </a:r>
          </a:p>
        </p:txBody>
      </p:sp>
    </p:spTree>
    <p:extLst>
      <p:ext uri="{BB962C8B-B14F-4D97-AF65-F5344CB8AC3E}">
        <p14:creationId xmlns:p14="http://schemas.microsoft.com/office/powerpoint/2010/main" val="33367575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3C756-8F2A-631C-50E0-E83062DB3A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Problem?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47159A-AA8B-85FF-8E38-91495F744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The problem being faced</a:t>
            </a:r>
          </a:p>
        </p:txBody>
      </p:sp>
    </p:spTree>
    <p:extLst>
      <p:ext uri="{BB962C8B-B14F-4D97-AF65-F5344CB8AC3E}">
        <p14:creationId xmlns:p14="http://schemas.microsoft.com/office/powerpoint/2010/main" val="8209919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12F9FC-7347-C4AA-FEA6-BE6A175508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AI Methods and Methodology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2ADA0D-3EF2-7A88-6311-1F3D1564B4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18200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43D473-C842-16A8-4945-58EF80986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Results and Analysis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D99C7A-B5F3-BF16-461E-0A715D3C58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19470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17184B-4937-E195-E578-C625B2AB91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Demo 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191FC7-E9E7-3739-A6B0-ADEEF9FD8D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26263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8E253-B61B-D448-65D1-631069693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Thank you for listening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A205BC-D0D5-B0D3-6029-D279696685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2355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3DCC2F-63C6-155E-2F14-ECA88B2179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Questions?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21D293-01F4-83D1-4E76-EF3B5C59F8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81212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9</Slides>
  <Notes>0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Moviemeter</vt:lpstr>
      <vt:lpstr>Rubric 1</vt:lpstr>
      <vt:lpstr>Rubric 2 (Design and Delivery)</vt:lpstr>
      <vt:lpstr>Problem?</vt:lpstr>
      <vt:lpstr>AI Methods and Methodology</vt:lpstr>
      <vt:lpstr>Results and Analysis </vt:lpstr>
      <vt:lpstr>Demo Time</vt:lpstr>
      <vt:lpstr>Thank you for listening</vt:lpstr>
      <vt:lpstr>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Hunter T Smith</dc:creator>
  <cp:revision>1</cp:revision>
  <dcterms:created xsi:type="dcterms:W3CDTF">2025-11-12T17:18:34Z</dcterms:created>
  <dcterms:modified xsi:type="dcterms:W3CDTF">2025-11-12T17:27:59Z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766b0589-5486-4fa4-9e2e-e6138c587d2b_Enabled">
    <vt:lpwstr>true</vt:lpwstr>
  </property>
  <property fmtid="{D5CDD505-2E9C-101B-9397-08002B2CF9AE}" pid="3" name="MSIP_Label_766b0589-5486-4fa4-9e2e-e6138c587d2b_SetDate">
    <vt:lpwstr>2025-11-12T17:20:43Z</vt:lpwstr>
  </property>
  <property fmtid="{D5CDD505-2E9C-101B-9397-08002B2CF9AE}" pid="4" name="MSIP_Label_766b0589-5486-4fa4-9e2e-e6138c587d2b_Method">
    <vt:lpwstr>Standard</vt:lpwstr>
  </property>
  <property fmtid="{D5CDD505-2E9C-101B-9397-08002B2CF9AE}" pid="5" name="MSIP_Label_766b0589-5486-4fa4-9e2e-e6138c587d2b_Name">
    <vt:lpwstr>defa4170-0d19-0005-0004-bc88714345d2</vt:lpwstr>
  </property>
  <property fmtid="{D5CDD505-2E9C-101B-9397-08002B2CF9AE}" pid="6" name="MSIP_Label_766b0589-5486-4fa4-9e2e-e6138c587d2b_SiteId">
    <vt:lpwstr>abca6162-bfa7-4526-9826-e7fb30c1fc2e</vt:lpwstr>
  </property>
  <property fmtid="{D5CDD505-2E9C-101B-9397-08002B2CF9AE}" pid="7" name="MSIP_Label_766b0589-5486-4fa4-9e2e-e6138c587d2b_ActionId">
    <vt:lpwstr>71380cff-f7ab-47e2-ad7e-f454fe092242</vt:lpwstr>
  </property>
  <property fmtid="{D5CDD505-2E9C-101B-9397-08002B2CF9AE}" pid="8" name="MSIP_Label_766b0589-5486-4fa4-9e2e-e6138c587d2b_ContentBits">
    <vt:lpwstr>0</vt:lpwstr>
  </property>
  <property fmtid="{D5CDD505-2E9C-101B-9397-08002B2CF9AE}" pid="9" name="MSIP_Label_766b0589-5486-4fa4-9e2e-e6138c587d2b_Tag">
    <vt:lpwstr>10, 3, 0, 1</vt:lpwstr>
  </property>
</Properties>
</file>