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5" r:id="rId6"/>
    <p:sldId id="260" r:id="rId7"/>
    <p:sldId id="267" r:id="rId8"/>
    <p:sldId id="266" r:id="rId9"/>
    <p:sldId id="268" r:id="rId10"/>
    <p:sldId id="269" r:id="rId11"/>
    <p:sldId id="270" r:id="rId12"/>
    <p:sldId id="271" r:id="rId13"/>
    <p:sldId id="272" r:id="rId14"/>
    <p:sldId id="273" r:id="rId15"/>
    <p:sldId id="261"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F0CC22-385B-43CC-9D91-4794FF1EBBF0}" v="1606" dt="2025-11-20T20:03:33.570"/>
    <p1510:client id="{B11C228C-261D-497C-B0CA-33D864AC70E3}" v="22" dt="2025-11-19T17:36:46.7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994" autoAdjust="0"/>
  </p:normalViewPr>
  <p:slideViewPr>
    <p:cSldViewPr snapToGrid="0">
      <p:cViewPr varScale="1">
        <p:scale>
          <a:sx n="69" d="100"/>
          <a:sy n="69" d="100"/>
        </p:scale>
        <p:origin x="32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ien Walker" userId="S::dwal1641@students.vsu.edu::47bc5b70-f244-4f40-b1f1-076c4d9f0e1b" providerId="AD" clId="Web-{760AFDC9-3F23-AA3E-AD88-FA76E65A2519}"/>
    <pc:docChg chg="modSld">
      <pc:chgData name="Darien Walker" userId="S::dwal1641@students.vsu.edu::47bc5b70-f244-4f40-b1f1-076c4d9f0e1b" providerId="AD" clId="Web-{760AFDC9-3F23-AA3E-AD88-FA76E65A2519}" dt="2025-11-18T20:45:45.531" v="23"/>
      <pc:docMkLst>
        <pc:docMk/>
      </pc:docMkLst>
      <pc:sldChg chg="addSp delSp modSp mod setBg modNotes">
        <pc:chgData name="Darien Walker" userId="S::dwal1641@students.vsu.edu::47bc5b70-f244-4f40-b1f1-076c4d9f0e1b" providerId="AD" clId="Web-{760AFDC9-3F23-AA3E-AD88-FA76E65A2519}" dt="2025-11-18T20:45:45.531" v="23"/>
        <pc:sldMkLst>
          <pc:docMk/>
          <pc:sldMk cId="2387232387" sldId="265"/>
        </pc:sldMkLst>
        <pc:picChg chg="add del mod modCrop">
          <ac:chgData name="Darien Walker" userId="S::dwal1641@students.vsu.edu::47bc5b70-f244-4f40-b1f1-076c4d9f0e1b" providerId="AD" clId="Web-{760AFDC9-3F23-AA3E-AD88-FA76E65A2519}" dt="2025-11-18T20:31:54.751" v="20" actId="1076"/>
          <ac:picMkLst>
            <pc:docMk/>
            <pc:sldMk cId="2387232387" sldId="265"/>
            <ac:picMk id="5" creationId="{B3C86C18-6E9F-0DF9-1B66-1E117AA7D9B4}"/>
          </ac:picMkLst>
        </pc:picChg>
      </pc:sldChg>
    </pc:docChg>
  </pc:docChgLst>
  <pc:docChgLst>
    <pc:chgData name="Hunter T Smith" userId="85048cc5-0361-478c-b7ab-429a8b03b5c9" providerId="ADAL" clId="{EE23C152-F5A7-494E-894C-B664F80D40D8}"/>
    <pc:docChg chg="undo custSel mod addSld delSld modSld sldOrd">
      <pc:chgData name="Hunter T Smith" userId="85048cc5-0361-478c-b7ab-429a8b03b5c9" providerId="ADAL" clId="{EE23C152-F5A7-494E-894C-B664F80D40D8}" dt="2025-11-20T20:03:33.570" v="4182" actId="20577"/>
      <pc:docMkLst>
        <pc:docMk/>
      </pc:docMkLst>
      <pc:sldChg chg="addSp modSp new mod setBg addAnim">
        <pc:chgData name="Hunter T Smith" userId="85048cc5-0361-478c-b7ab-429a8b03b5c9" providerId="ADAL" clId="{EE23C152-F5A7-494E-894C-B664F80D40D8}" dt="2025-11-20T15:13:35.688" v="1359" actId="1076"/>
        <pc:sldMkLst>
          <pc:docMk/>
          <pc:sldMk cId="249124269" sldId="256"/>
        </pc:sldMkLst>
        <pc:spChg chg="mod">
          <ac:chgData name="Hunter T Smith" userId="85048cc5-0361-478c-b7ab-429a8b03b5c9" providerId="ADAL" clId="{EE23C152-F5A7-494E-894C-B664F80D40D8}" dt="2025-11-20T15:11:31.700" v="1291" actId="26606"/>
          <ac:spMkLst>
            <pc:docMk/>
            <pc:sldMk cId="249124269" sldId="256"/>
            <ac:spMk id="2" creationId="{4501A975-1F0A-263E-A896-4FD4B5522AD2}"/>
          </ac:spMkLst>
        </pc:spChg>
        <pc:spChg chg="mod">
          <ac:chgData name="Hunter T Smith" userId="85048cc5-0361-478c-b7ab-429a8b03b5c9" providerId="ADAL" clId="{EE23C152-F5A7-494E-894C-B664F80D40D8}" dt="2025-11-20T15:13:24.990" v="1353" actId="14100"/>
          <ac:spMkLst>
            <pc:docMk/>
            <pc:sldMk cId="249124269" sldId="256"/>
            <ac:spMk id="3" creationId="{28DF4B77-5B52-A1FF-EF98-1F67EB7FF96E}"/>
          </ac:spMkLst>
        </pc:spChg>
        <pc:spChg chg="add">
          <ac:chgData name="Hunter T Smith" userId="85048cc5-0361-478c-b7ab-429a8b03b5c9" providerId="ADAL" clId="{EE23C152-F5A7-494E-894C-B664F80D40D8}" dt="2025-11-20T15:11:31.700" v="1291" actId="26606"/>
          <ac:spMkLst>
            <pc:docMk/>
            <pc:sldMk cId="249124269" sldId="256"/>
            <ac:spMk id="8" creationId="{1A3C89F8-0D2F-47FF-B903-151248265F47}"/>
          </ac:spMkLst>
        </pc:spChg>
        <pc:spChg chg="add">
          <ac:chgData name="Hunter T Smith" userId="85048cc5-0361-478c-b7ab-429a8b03b5c9" providerId="ADAL" clId="{EE23C152-F5A7-494E-894C-B664F80D40D8}" dt="2025-11-20T15:11:31.700" v="1291" actId="26606"/>
          <ac:spMkLst>
            <pc:docMk/>
            <pc:sldMk cId="249124269" sldId="256"/>
            <ac:spMk id="10" creationId="{C5CB530E-515E-412C-9DF1-5F8FFBD6F383}"/>
          </ac:spMkLst>
        </pc:spChg>
        <pc:spChg chg="add">
          <ac:chgData name="Hunter T Smith" userId="85048cc5-0361-478c-b7ab-429a8b03b5c9" providerId="ADAL" clId="{EE23C152-F5A7-494E-894C-B664F80D40D8}" dt="2025-11-20T15:11:31.700" v="1291" actId="26606"/>
          <ac:spMkLst>
            <pc:docMk/>
            <pc:sldMk cId="249124269" sldId="256"/>
            <ac:spMk id="12" creationId="{712D4376-A578-4FF1-94FC-245E7A6A489F}"/>
          </ac:spMkLst>
        </pc:spChg>
        <pc:spChg chg="add">
          <ac:chgData name="Hunter T Smith" userId="85048cc5-0361-478c-b7ab-429a8b03b5c9" providerId="ADAL" clId="{EE23C152-F5A7-494E-894C-B664F80D40D8}" dt="2025-11-20T15:11:31.700" v="1291" actId="26606"/>
          <ac:spMkLst>
            <pc:docMk/>
            <pc:sldMk cId="249124269" sldId="256"/>
            <ac:spMk id="14" creationId="{AEA7509D-F04F-40CB-A0B3-EEF16499CC9F}"/>
          </ac:spMkLst>
        </pc:spChg>
        <pc:spChg chg="add">
          <ac:chgData name="Hunter T Smith" userId="85048cc5-0361-478c-b7ab-429a8b03b5c9" providerId="ADAL" clId="{EE23C152-F5A7-494E-894C-B664F80D40D8}" dt="2025-11-20T15:11:31.700" v="1291" actId="26606"/>
          <ac:spMkLst>
            <pc:docMk/>
            <pc:sldMk cId="249124269" sldId="256"/>
            <ac:spMk id="18" creationId="{508BEF50-7B1E-49A4-BC19-5F4F1D755E64}"/>
          </ac:spMkLst>
        </pc:spChg>
        <pc:spChg chg="add">
          <ac:chgData name="Hunter T Smith" userId="85048cc5-0361-478c-b7ab-429a8b03b5c9" providerId="ADAL" clId="{EE23C152-F5A7-494E-894C-B664F80D40D8}" dt="2025-11-20T15:11:31.700" v="1291" actId="26606"/>
          <ac:spMkLst>
            <pc:docMk/>
            <pc:sldMk cId="249124269" sldId="256"/>
            <ac:spMk id="20" creationId="{3FBAD350-5664-4811-A208-657FB882D350}"/>
          </ac:spMkLst>
        </pc:spChg>
        <pc:spChg chg="add">
          <ac:chgData name="Hunter T Smith" userId="85048cc5-0361-478c-b7ab-429a8b03b5c9" providerId="ADAL" clId="{EE23C152-F5A7-494E-894C-B664F80D40D8}" dt="2025-11-20T15:11:31.700" v="1291" actId="26606"/>
          <ac:spMkLst>
            <pc:docMk/>
            <pc:sldMk cId="249124269" sldId="256"/>
            <ac:spMk id="22" creationId="{C39ADB8F-D187-49D7-BDCF-C1B6DC727068}"/>
          </ac:spMkLst>
        </pc:spChg>
        <pc:picChg chg="add mod">
          <ac:chgData name="Hunter T Smith" userId="85048cc5-0361-478c-b7ab-429a8b03b5c9" providerId="ADAL" clId="{EE23C152-F5A7-494E-894C-B664F80D40D8}" dt="2025-11-20T15:13:24.990" v="1353" actId="14100"/>
          <ac:picMkLst>
            <pc:docMk/>
            <pc:sldMk cId="249124269" sldId="256"/>
            <ac:picMk id="1026" creationId="{6160F75C-79AF-0603-B22C-3292705A0F5F}"/>
          </ac:picMkLst>
        </pc:picChg>
        <pc:picChg chg="add mod">
          <ac:chgData name="Hunter T Smith" userId="85048cc5-0361-478c-b7ab-429a8b03b5c9" providerId="ADAL" clId="{EE23C152-F5A7-494E-894C-B664F80D40D8}" dt="2025-11-20T15:13:35.688" v="1359" actId="1076"/>
          <ac:picMkLst>
            <pc:docMk/>
            <pc:sldMk cId="249124269" sldId="256"/>
            <ac:picMk id="1028" creationId="{E4C7F075-A95C-9FBE-A471-A446D1FE1CEA}"/>
          </ac:picMkLst>
        </pc:picChg>
        <pc:cxnChg chg="add">
          <ac:chgData name="Hunter T Smith" userId="85048cc5-0361-478c-b7ab-429a8b03b5c9" providerId="ADAL" clId="{EE23C152-F5A7-494E-894C-B664F80D40D8}" dt="2025-11-20T15:11:31.700" v="1291" actId="26606"/>
          <ac:cxnSpMkLst>
            <pc:docMk/>
            <pc:sldMk cId="249124269" sldId="256"/>
            <ac:cxnSpMk id="16" creationId="{56020367-4FD5-4596-8E10-C5F095CD8DBF}"/>
          </ac:cxnSpMkLst>
        </pc:cxnChg>
      </pc:sldChg>
      <pc:sldChg chg="modSp new mod">
        <pc:chgData name="Hunter T Smith" userId="85048cc5-0361-478c-b7ab-429a8b03b5c9" providerId="ADAL" clId="{EE23C152-F5A7-494E-894C-B664F80D40D8}" dt="2025-11-12T17:25:07.272" v="118" actId="403"/>
        <pc:sldMkLst>
          <pc:docMk/>
          <pc:sldMk cId="281703575" sldId="257"/>
        </pc:sldMkLst>
        <pc:spChg chg="mod">
          <ac:chgData name="Hunter T Smith" userId="85048cc5-0361-478c-b7ab-429a8b03b5c9" providerId="ADAL" clId="{EE23C152-F5A7-494E-894C-B664F80D40D8}" dt="2025-11-12T17:22:47.052" v="53" actId="20577"/>
          <ac:spMkLst>
            <pc:docMk/>
            <pc:sldMk cId="281703575" sldId="257"/>
            <ac:spMk id="2" creationId="{11A1330E-B4B8-D538-2564-02E0258B6E3A}"/>
          </ac:spMkLst>
        </pc:spChg>
        <pc:spChg chg="mod">
          <ac:chgData name="Hunter T Smith" userId="85048cc5-0361-478c-b7ab-429a8b03b5c9" providerId="ADAL" clId="{EE23C152-F5A7-494E-894C-B664F80D40D8}" dt="2025-11-12T17:25:07.272" v="118" actId="403"/>
          <ac:spMkLst>
            <pc:docMk/>
            <pc:sldMk cId="281703575" sldId="257"/>
            <ac:spMk id="3" creationId="{33A3629A-093F-CA36-405D-3D61659E3D19}"/>
          </ac:spMkLst>
        </pc:spChg>
      </pc:sldChg>
      <pc:sldChg chg="modSp new mod">
        <pc:chgData name="Hunter T Smith" userId="85048cc5-0361-478c-b7ab-429a8b03b5c9" providerId="ADAL" clId="{EE23C152-F5A7-494E-894C-B664F80D40D8}" dt="2025-11-12T17:27:36.393" v="302" actId="20577"/>
        <pc:sldMkLst>
          <pc:docMk/>
          <pc:sldMk cId="3336757586" sldId="258"/>
        </pc:sldMkLst>
        <pc:spChg chg="mod">
          <ac:chgData name="Hunter T Smith" userId="85048cc5-0361-478c-b7ab-429a8b03b5c9" providerId="ADAL" clId="{EE23C152-F5A7-494E-894C-B664F80D40D8}" dt="2025-11-12T17:27:36.393" v="302" actId="20577"/>
          <ac:spMkLst>
            <pc:docMk/>
            <pc:sldMk cId="3336757586" sldId="258"/>
            <ac:spMk id="2" creationId="{0C200BEE-AA7C-7DDB-9C62-1085D4F6AE2C}"/>
          </ac:spMkLst>
        </pc:spChg>
        <pc:spChg chg="mod">
          <ac:chgData name="Hunter T Smith" userId="85048cc5-0361-478c-b7ab-429a8b03b5c9" providerId="ADAL" clId="{EE23C152-F5A7-494E-894C-B664F80D40D8}" dt="2025-11-12T17:24:55.984" v="116" actId="27636"/>
          <ac:spMkLst>
            <pc:docMk/>
            <pc:sldMk cId="3336757586" sldId="258"/>
            <ac:spMk id="3" creationId="{D1AA1BA2-6F57-B904-AEAE-C68A17CEB5F1}"/>
          </ac:spMkLst>
        </pc:spChg>
      </pc:sldChg>
      <pc:sldChg chg="addSp delSp modSp new mod setBg modNotesTx">
        <pc:chgData name="Hunter T Smith" userId="85048cc5-0361-478c-b7ab-429a8b03b5c9" providerId="ADAL" clId="{EE23C152-F5A7-494E-894C-B664F80D40D8}" dt="2025-11-20T15:20:01.795" v="1687" actId="20577"/>
        <pc:sldMkLst>
          <pc:docMk/>
          <pc:sldMk cId="820991900" sldId="259"/>
        </pc:sldMkLst>
        <pc:spChg chg="mod">
          <ac:chgData name="Hunter T Smith" userId="85048cc5-0361-478c-b7ab-429a8b03b5c9" providerId="ADAL" clId="{EE23C152-F5A7-494E-894C-B664F80D40D8}" dt="2025-11-20T15:14:32.962" v="1427" actId="26606"/>
          <ac:spMkLst>
            <pc:docMk/>
            <pc:sldMk cId="820991900" sldId="259"/>
            <ac:spMk id="2" creationId="{DAF3C756-8F2A-631C-50E0-E83062DB3A2D}"/>
          </ac:spMkLst>
        </pc:spChg>
        <pc:spChg chg="del mod ord">
          <ac:chgData name="Hunter T Smith" userId="85048cc5-0361-478c-b7ab-429a8b03b5c9" providerId="ADAL" clId="{EE23C152-F5A7-494E-894C-B664F80D40D8}" dt="2025-11-20T15:20:01.795" v="1687" actId="20577"/>
          <ac:spMkLst>
            <pc:docMk/>
            <pc:sldMk cId="820991900" sldId="259"/>
            <ac:spMk id="3" creationId="{6347159A-AA8B-85FF-8E38-91495F744FF1}"/>
          </ac:spMkLst>
        </pc:spChg>
        <pc:spChg chg="add del">
          <ac:chgData name="Hunter T Smith" userId="85048cc5-0361-478c-b7ab-429a8b03b5c9" providerId="ADAL" clId="{EE23C152-F5A7-494E-894C-B664F80D40D8}" dt="2025-11-20T15:14:31.133" v="1424" actId="26606"/>
          <ac:spMkLst>
            <pc:docMk/>
            <pc:sldMk cId="820991900" sldId="259"/>
            <ac:spMk id="1031" creationId="{8B3A2D1A-45FC-4F95-B150-1C13EF2F6D09}"/>
          </ac:spMkLst>
        </pc:spChg>
        <pc:spChg chg="add del">
          <ac:chgData name="Hunter T Smith" userId="85048cc5-0361-478c-b7ab-429a8b03b5c9" providerId="ADAL" clId="{EE23C152-F5A7-494E-894C-B664F80D40D8}" dt="2025-11-20T15:14:31.133" v="1424" actId="26606"/>
          <ac:spMkLst>
            <pc:docMk/>
            <pc:sldMk cId="820991900" sldId="259"/>
            <ac:spMk id="1033" creationId="{F3768FD5-DD7A-43C7-8DEA-1F5DB3CB5B95}"/>
          </ac:spMkLst>
        </pc:spChg>
        <pc:spChg chg="add del">
          <ac:chgData name="Hunter T Smith" userId="85048cc5-0361-478c-b7ab-429a8b03b5c9" providerId="ADAL" clId="{EE23C152-F5A7-494E-894C-B664F80D40D8}" dt="2025-11-20T15:14:32.953" v="1426" actId="26606"/>
          <ac:spMkLst>
            <pc:docMk/>
            <pc:sldMk cId="820991900" sldId="259"/>
            <ac:spMk id="1042" creationId="{D7A453D2-15D8-4403-815F-291FA16340D9}"/>
          </ac:spMkLst>
        </pc:spChg>
        <pc:spChg chg="add del">
          <ac:chgData name="Hunter T Smith" userId="85048cc5-0361-478c-b7ab-429a8b03b5c9" providerId="ADAL" clId="{EE23C152-F5A7-494E-894C-B664F80D40D8}" dt="2025-11-20T15:14:32.953" v="1426" actId="26606"/>
          <ac:spMkLst>
            <pc:docMk/>
            <pc:sldMk cId="820991900" sldId="259"/>
            <ac:spMk id="1043" creationId="{B8114C98-A349-4111-A123-E8EAB86ABE30}"/>
          </ac:spMkLst>
        </pc:spChg>
        <pc:spChg chg="add del">
          <ac:chgData name="Hunter T Smith" userId="85048cc5-0361-478c-b7ab-429a8b03b5c9" providerId="ADAL" clId="{EE23C152-F5A7-494E-894C-B664F80D40D8}" dt="2025-11-20T15:14:32.953" v="1426" actId="26606"/>
          <ac:spMkLst>
            <pc:docMk/>
            <pc:sldMk cId="820991900" sldId="259"/>
            <ac:spMk id="1044" creationId="{8161EA6B-09CA-445B-AB0D-8DF76FA92DEF}"/>
          </ac:spMkLst>
        </pc:spChg>
        <pc:spChg chg="add del">
          <ac:chgData name="Hunter T Smith" userId="85048cc5-0361-478c-b7ab-429a8b03b5c9" providerId="ADAL" clId="{EE23C152-F5A7-494E-894C-B664F80D40D8}" dt="2025-11-20T15:14:32.953" v="1426" actId="26606"/>
          <ac:spMkLst>
            <pc:docMk/>
            <pc:sldMk cId="820991900" sldId="259"/>
            <ac:spMk id="1057" creationId="{E2D3D3F2-ABBB-4453-B1C5-1BEBF7E4DD56}"/>
          </ac:spMkLst>
        </pc:spChg>
        <pc:grpChg chg="add del">
          <ac:chgData name="Hunter T Smith" userId="85048cc5-0361-478c-b7ab-429a8b03b5c9" providerId="ADAL" clId="{EE23C152-F5A7-494E-894C-B664F80D40D8}" dt="2025-11-20T15:14:32.953" v="1426" actId="26606"/>
          <ac:grpSpMkLst>
            <pc:docMk/>
            <pc:sldMk cId="820991900" sldId="259"/>
            <ac:grpSpMk id="1035" creationId="{1EA1DAFF-CECA-492F-BFA1-22C64956B8D9}"/>
          </ac:grpSpMkLst>
        </pc:grpChg>
        <pc:grpChg chg="add del">
          <ac:chgData name="Hunter T Smith" userId="85048cc5-0361-478c-b7ab-429a8b03b5c9" providerId="ADAL" clId="{EE23C152-F5A7-494E-894C-B664F80D40D8}" dt="2025-11-20T15:14:32.953" v="1426" actId="26606"/>
          <ac:grpSpMkLst>
            <pc:docMk/>
            <pc:sldMk cId="820991900" sldId="259"/>
            <ac:grpSpMk id="1051" creationId="{AF19A774-30A5-488B-9BAF-629C6440294E}"/>
          </ac:grpSpMkLst>
        </pc:grpChg>
        <pc:grpChg chg="add del">
          <ac:chgData name="Hunter T Smith" userId="85048cc5-0361-478c-b7ab-429a8b03b5c9" providerId="ADAL" clId="{EE23C152-F5A7-494E-894C-B664F80D40D8}" dt="2025-11-20T15:14:32.953" v="1426" actId="26606"/>
          <ac:grpSpMkLst>
            <pc:docMk/>
            <pc:sldMk cId="820991900" sldId="259"/>
            <ac:grpSpMk id="1059" creationId="{8214E4A5-A0D2-42C4-8D14-D2A7E495F041}"/>
          </ac:grpSpMkLst>
        </pc:grpChg>
        <pc:picChg chg="add mod ord">
          <ac:chgData name="Hunter T Smith" userId="85048cc5-0361-478c-b7ab-429a8b03b5c9" providerId="ADAL" clId="{EE23C152-F5A7-494E-894C-B664F80D40D8}" dt="2025-11-20T15:14:32.962" v="1427" actId="26606"/>
          <ac:picMkLst>
            <pc:docMk/>
            <pc:sldMk cId="820991900" sldId="259"/>
            <ac:picMk id="1026" creationId="{0EFD3F6E-9684-9D11-8B7A-D2E090AF12C0}"/>
          </ac:picMkLst>
        </pc:picChg>
      </pc:sldChg>
      <pc:sldChg chg="modSp new mod modNotesTx">
        <pc:chgData name="Hunter T Smith" userId="85048cc5-0361-478c-b7ab-429a8b03b5c9" providerId="ADAL" clId="{EE23C152-F5A7-494E-894C-B664F80D40D8}" dt="2025-11-20T19:15:19.485" v="2905" actId="20577"/>
        <pc:sldMkLst>
          <pc:docMk/>
          <pc:sldMk cId="581820033" sldId="260"/>
        </pc:sldMkLst>
        <pc:spChg chg="mod">
          <ac:chgData name="Hunter T Smith" userId="85048cc5-0361-478c-b7ab-429a8b03b5c9" providerId="ADAL" clId="{EE23C152-F5A7-494E-894C-B664F80D40D8}" dt="2025-11-12T17:26:23.769" v="183" actId="20577"/>
          <ac:spMkLst>
            <pc:docMk/>
            <pc:sldMk cId="581820033" sldId="260"/>
            <ac:spMk id="2" creationId="{EC12F9FC-7347-C4AA-FEA6-BE6A17550878}"/>
          </ac:spMkLst>
        </pc:spChg>
      </pc:sldChg>
      <pc:sldChg chg="modSp new mod ord">
        <pc:chgData name="Hunter T Smith" userId="85048cc5-0361-478c-b7ab-429a8b03b5c9" providerId="ADAL" clId="{EE23C152-F5A7-494E-894C-B664F80D40D8}" dt="2025-11-20T19:46:45.460" v="3305" actId="20577"/>
        <pc:sldMkLst>
          <pc:docMk/>
          <pc:sldMk cId="4041947008" sldId="261"/>
        </pc:sldMkLst>
        <pc:spChg chg="mod">
          <ac:chgData name="Hunter T Smith" userId="85048cc5-0361-478c-b7ab-429a8b03b5c9" providerId="ADAL" clId="{EE23C152-F5A7-494E-894C-B664F80D40D8}" dt="2025-11-20T19:46:40.427" v="3304" actId="20577"/>
          <ac:spMkLst>
            <pc:docMk/>
            <pc:sldMk cId="4041947008" sldId="261"/>
            <ac:spMk id="2" creationId="{A343D473-C842-16A8-4945-58EF8098603D}"/>
          </ac:spMkLst>
        </pc:spChg>
        <pc:spChg chg="mod">
          <ac:chgData name="Hunter T Smith" userId="85048cc5-0361-478c-b7ab-429a8b03b5c9" providerId="ADAL" clId="{EE23C152-F5A7-494E-894C-B664F80D40D8}" dt="2025-11-20T19:46:45.460" v="3305" actId="20577"/>
          <ac:spMkLst>
            <pc:docMk/>
            <pc:sldMk cId="4041947008" sldId="261"/>
            <ac:spMk id="4" creationId="{9F5191A0-07CA-8920-D644-575723A6AAAE}"/>
          </ac:spMkLst>
        </pc:spChg>
      </pc:sldChg>
      <pc:sldChg chg="addSp delSp modSp new mod setBg">
        <pc:chgData name="Hunter T Smith" userId="85048cc5-0361-478c-b7ab-429a8b03b5c9" providerId="ADAL" clId="{EE23C152-F5A7-494E-894C-B664F80D40D8}" dt="2025-11-20T19:07:43.453" v="2604" actId="26606"/>
        <pc:sldMkLst>
          <pc:docMk/>
          <pc:sldMk cId="2022626399" sldId="262"/>
        </pc:sldMkLst>
        <pc:spChg chg="mod">
          <ac:chgData name="Hunter T Smith" userId="85048cc5-0361-478c-b7ab-429a8b03b5c9" providerId="ADAL" clId="{EE23C152-F5A7-494E-894C-B664F80D40D8}" dt="2025-11-20T19:07:43.453" v="2604" actId="26606"/>
          <ac:spMkLst>
            <pc:docMk/>
            <pc:sldMk cId="2022626399" sldId="262"/>
            <ac:spMk id="2" creationId="{9A17184B-4937-E195-E578-C625B2AB911F}"/>
          </ac:spMkLst>
        </pc:spChg>
        <pc:spChg chg="del">
          <ac:chgData name="Hunter T Smith" userId="85048cc5-0361-478c-b7ab-429a8b03b5c9" providerId="ADAL" clId="{EE23C152-F5A7-494E-894C-B664F80D40D8}" dt="2025-11-20T19:07:43.453" v="2604" actId="26606"/>
          <ac:spMkLst>
            <pc:docMk/>
            <pc:sldMk cId="2022626399" sldId="262"/>
            <ac:spMk id="3" creationId="{1B191FC7-E9E7-3739-A6B0-ADEEF9FD8DFB}"/>
          </ac:spMkLst>
        </pc:spChg>
        <pc:spChg chg="add">
          <ac:chgData name="Hunter T Smith" userId="85048cc5-0361-478c-b7ab-429a8b03b5c9" providerId="ADAL" clId="{EE23C152-F5A7-494E-894C-B664F80D40D8}" dt="2025-11-20T19:07:43.453" v="2604" actId="26606"/>
          <ac:spMkLst>
            <pc:docMk/>
            <pc:sldMk cId="2022626399" sldId="262"/>
            <ac:spMk id="10" creationId="{A3363022-C969-41E9-8EB2-E4C94908C1FA}"/>
          </ac:spMkLst>
        </pc:spChg>
        <pc:spChg chg="add">
          <ac:chgData name="Hunter T Smith" userId="85048cc5-0361-478c-b7ab-429a8b03b5c9" providerId="ADAL" clId="{EE23C152-F5A7-494E-894C-B664F80D40D8}" dt="2025-11-20T19:07:43.453" v="2604" actId="26606"/>
          <ac:spMkLst>
            <pc:docMk/>
            <pc:sldMk cId="2022626399" sldId="262"/>
            <ac:spMk id="12" creationId="{8D1AD6B3-BE88-4CEB-BA17-790657CC4729}"/>
          </ac:spMkLst>
        </pc:spChg>
        <pc:grpChg chg="add">
          <ac:chgData name="Hunter T Smith" userId="85048cc5-0361-478c-b7ab-429a8b03b5c9" providerId="ADAL" clId="{EE23C152-F5A7-494E-894C-B664F80D40D8}" dt="2025-11-20T19:07:43.453" v="2604" actId="26606"/>
          <ac:grpSpMkLst>
            <pc:docMk/>
            <pc:sldMk cId="2022626399" sldId="262"/>
            <ac:grpSpMk id="14" creationId="{89D1390B-7E13-4B4F-9CB2-391063412E54}"/>
          </ac:grpSpMkLst>
        </pc:grpChg>
        <pc:picChg chg="add">
          <ac:chgData name="Hunter T Smith" userId="85048cc5-0361-478c-b7ab-429a8b03b5c9" providerId="ADAL" clId="{EE23C152-F5A7-494E-894C-B664F80D40D8}" dt="2025-11-20T19:07:43.453" v="2604" actId="26606"/>
          <ac:picMkLst>
            <pc:docMk/>
            <pc:sldMk cId="2022626399" sldId="262"/>
            <ac:picMk id="7" creationId="{B8EA4C95-F2AA-AA0D-DF8D-76C3BE69F364}"/>
          </ac:picMkLst>
        </pc:picChg>
      </pc:sldChg>
      <pc:sldChg chg="modSp new del mod">
        <pc:chgData name="Hunter T Smith" userId="85048cc5-0361-478c-b7ab-429a8b03b5c9" providerId="ADAL" clId="{EE23C152-F5A7-494E-894C-B664F80D40D8}" dt="2025-11-20T19:07:51.284" v="2605" actId="2696"/>
        <pc:sldMkLst>
          <pc:docMk/>
          <pc:sldMk cId="3235235595" sldId="263"/>
        </pc:sldMkLst>
      </pc:sldChg>
      <pc:sldChg chg="addSp delSp modSp new mod setBg">
        <pc:chgData name="Hunter T Smith" userId="85048cc5-0361-478c-b7ab-429a8b03b5c9" providerId="ADAL" clId="{EE23C152-F5A7-494E-894C-B664F80D40D8}" dt="2025-11-18T20:05:08.743" v="1290" actId="1076"/>
        <pc:sldMkLst>
          <pc:docMk/>
          <pc:sldMk cId="4208121231" sldId="264"/>
        </pc:sldMkLst>
        <pc:spChg chg="mod ord">
          <ac:chgData name="Hunter T Smith" userId="85048cc5-0361-478c-b7ab-429a8b03b5c9" providerId="ADAL" clId="{EE23C152-F5A7-494E-894C-B664F80D40D8}" dt="2025-11-18T20:04:59.874" v="1285" actId="26606"/>
          <ac:spMkLst>
            <pc:docMk/>
            <pc:sldMk cId="4208121231" sldId="264"/>
            <ac:spMk id="2" creationId="{333DCC2F-63C6-155E-2F14-ECA88B217974}"/>
          </ac:spMkLst>
        </pc:spChg>
        <pc:spChg chg="add del mod">
          <ac:chgData name="Hunter T Smith" userId="85048cc5-0361-478c-b7ab-429a8b03b5c9" providerId="ADAL" clId="{EE23C152-F5A7-494E-894C-B664F80D40D8}" dt="2025-11-18T20:04:59.874" v="1285" actId="26606"/>
          <ac:spMkLst>
            <pc:docMk/>
            <pc:sldMk cId="4208121231" sldId="264"/>
            <ac:spMk id="3" creationId="{CA21D293-01F4-83D1-4E76-EF3B5C59F821}"/>
          </ac:spMkLst>
        </pc:spChg>
        <pc:picChg chg="add mod ord">
          <ac:chgData name="Hunter T Smith" userId="85048cc5-0361-478c-b7ab-429a8b03b5c9" providerId="ADAL" clId="{EE23C152-F5A7-494E-894C-B664F80D40D8}" dt="2025-11-18T20:05:08.743" v="1290" actId="1076"/>
          <ac:picMkLst>
            <pc:docMk/>
            <pc:sldMk cId="4208121231" sldId="264"/>
            <ac:picMk id="2050" creationId="{A87193E6-C65C-A50E-E65A-9A5F30A748AD}"/>
          </ac:picMkLst>
        </pc:picChg>
      </pc:sldChg>
      <pc:sldChg chg="addSp delSp modSp new mod setBg modNotesTx">
        <pc:chgData name="Hunter T Smith" userId="85048cc5-0361-478c-b7ab-429a8b03b5c9" providerId="ADAL" clId="{EE23C152-F5A7-494E-894C-B664F80D40D8}" dt="2025-11-20T15:55:15.932" v="1719" actId="20577"/>
        <pc:sldMkLst>
          <pc:docMk/>
          <pc:sldMk cId="2387232387" sldId="265"/>
        </pc:sldMkLst>
        <pc:spChg chg="mod">
          <ac:chgData name="Hunter T Smith" userId="85048cc5-0361-478c-b7ab-429a8b03b5c9" providerId="ADAL" clId="{EE23C152-F5A7-494E-894C-B664F80D40D8}" dt="2025-11-20T15:55:02.537" v="1688" actId="20577"/>
          <ac:spMkLst>
            <pc:docMk/>
            <pc:sldMk cId="2387232387" sldId="265"/>
            <ac:spMk id="2" creationId="{EEA7B1C0-ACBE-5B85-AD51-1025E455B671}"/>
          </ac:spMkLst>
        </pc:spChg>
        <pc:spChg chg="add">
          <ac:chgData name="Hunter T Smith" userId="85048cc5-0361-478c-b7ab-429a8b03b5c9" providerId="ADAL" clId="{EE23C152-F5A7-494E-894C-B664F80D40D8}" dt="2025-11-18T15:03:30.083" v="657" actId="26606"/>
          <ac:spMkLst>
            <pc:docMk/>
            <pc:sldMk cId="2387232387" sldId="265"/>
            <ac:spMk id="9" creationId="{C1DD1A8A-57D5-4A81-AD04-532B043C5611}"/>
          </ac:spMkLst>
        </pc:spChg>
        <pc:spChg chg="add">
          <ac:chgData name="Hunter T Smith" userId="85048cc5-0361-478c-b7ab-429a8b03b5c9" providerId="ADAL" clId="{EE23C152-F5A7-494E-894C-B664F80D40D8}" dt="2025-11-18T15:03:30.083" v="657" actId="26606"/>
          <ac:spMkLst>
            <pc:docMk/>
            <pc:sldMk cId="2387232387" sldId="265"/>
            <ac:spMk id="11" creationId="{007891EC-4501-44ED-A8C8-B11B6DB767AB}"/>
          </ac:spMkLst>
        </pc:spChg>
        <pc:picChg chg="add mod">
          <ac:chgData name="Hunter T Smith" userId="85048cc5-0361-478c-b7ab-429a8b03b5c9" providerId="ADAL" clId="{EE23C152-F5A7-494E-894C-B664F80D40D8}" dt="2025-11-18T15:03:47.973" v="661" actId="1076"/>
          <ac:picMkLst>
            <pc:docMk/>
            <pc:sldMk cId="2387232387" sldId="265"/>
            <ac:picMk id="5" creationId="{B3C86C18-6E9F-0DF9-1B66-1E117AA7D9B4}"/>
          </ac:picMkLst>
        </pc:picChg>
      </pc:sldChg>
      <pc:sldChg chg="addSp delSp modSp new mod setBg modNotesTx">
        <pc:chgData name="Hunter T Smith" userId="85048cc5-0361-478c-b7ab-429a8b03b5c9" providerId="ADAL" clId="{EE23C152-F5A7-494E-894C-B664F80D40D8}" dt="2025-11-20T16:07:16.670" v="2389" actId="20577"/>
        <pc:sldMkLst>
          <pc:docMk/>
          <pc:sldMk cId="844050267" sldId="266"/>
        </pc:sldMkLst>
        <pc:spChg chg="mod">
          <ac:chgData name="Hunter T Smith" userId="85048cc5-0361-478c-b7ab-429a8b03b5c9" providerId="ADAL" clId="{EE23C152-F5A7-494E-894C-B664F80D40D8}" dt="2025-11-20T16:07:16.670" v="2389" actId="20577"/>
          <ac:spMkLst>
            <pc:docMk/>
            <pc:sldMk cId="844050267" sldId="266"/>
            <ac:spMk id="2" creationId="{D3F38EFC-D39D-9AD2-7227-26B31AA23308}"/>
          </ac:spMkLst>
        </pc:spChg>
        <pc:spChg chg="del mod">
          <ac:chgData name="Hunter T Smith" userId="85048cc5-0361-478c-b7ab-429a8b03b5c9" providerId="ADAL" clId="{EE23C152-F5A7-494E-894C-B664F80D40D8}" dt="2025-11-20T16:06:55.167" v="2362" actId="26606"/>
          <ac:spMkLst>
            <pc:docMk/>
            <pc:sldMk cId="844050267" sldId="266"/>
            <ac:spMk id="3" creationId="{C1A7868B-4A67-5DE6-A078-C407C7B20D39}"/>
          </ac:spMkLst>
        </pc:spChg>
        <pc:spChg chg="add">
          <ac:chgData name="Hunter T Smith" userId="85048cc5-0361-478c-b7ab-429a8b03b5c9" providerId="ADAL" clId="{EE23C152-F5A7-494E-894C-B664F80D40D8}" dt="2025-11-20T16:06:55.167" v="2362" actId="26606"/>
          <ac:spMkLst>
            <pc:docMk/>
            <pc:sldMk cId="844050267" sldId="266"/>
            <ac:spMk id="10" creationId="{B50AB553-2A96-4A92-96F2-93548E096954}"/>
          </ac:spMkLst>
        </pc:spChg>
        <pc:graphicFrameChg chg="add">
          <ac:chgData name="Hunter T Smith" userId="85048cc5-0361-478c-b7ab-429a8b03b5c9" providerId="ADAL" clId="{EE23C152-F5A7-494E-894C-B664F80D40D8}" dt="2025-11-20T16:06:55.167" v="2362" actId="26606"/>
          <ac:graphicFrameMkLst>
            <pc:docMk/>
            <pc:sldMk cId="844050267" sldId="266"/>
            <ac:graphicFrameMk id="5" creationId="{F62BFF23-2D5E-2174-BD64-3EA000B56E3E}"/>
          </ac:graphicFrameMkLst>
        </pc:graphicFrameChg>
        <pc:picChg chg="add mod">
          <ac:chgData name="Hunter T Smith" userId="85048cc5-0361-478c-b7ab-429a8b03b5c9" providerId="ADAL" clId="{EE23C152-F5A7-494E-894C-B664F80D40D8}" dt="2025-11-20T16:07:01.116" v="2363" actId="27614"/>
          <ac:picMkLst>
            <pc:docMk/>
            <pc:sldMk cId="844050267" sldId="266"/>
            <ac:picMk id="6" creationId="{3A46B340-43DF-144D-EB99-472EE2195235}"/>
          </ac:picMkLst>
        </pc:picChg>
      </pc:sldChg>
      <pc:sldChg chg="modSp new mod">
        <pc:chgData name="Hunter T Smith" userId="85048cc5-0361-478c-b7ab-429a8b03b5c9" providerId="ADAL" clId="{EE23C152-F5A7-494E-894C-B664F80D40D8}" dt="2025-11-20T16:00:17.333" v="1799" actId="20577"/>
        <pc:sldMkLst>
          <pc:docMk/>
          <pc:sldMk cId="2935566832" sldId="267"/>
        </pc:sldMkLst>
        <pc:spChg chg="mod">
          <ac:chgData name="Hunter T Smith" userId="85048cc5-0361-478c-b7ab-429a8b03b5c9" providerId="ADAL" clId="{EE23C152-F5A7-494E-894C-B664F80D40D8}" dt="2025-11-20T15:59:55.307" v="1781" actId="20577"/>
          <ac:spMkLst>
            <pc:docMk/>
            <pc:sldMk cId="2935566832" sldId="267"/>
            <ac:spMk id="2" creationId="{B02BD2C1-A5D1-8E12-153C-580D249338E2}"/>
          </ac:spMkLst>
        </pc:spChg>
        <pc:spChg chg="mod">
          <ac:chgData name="Hunter T Smith" userId="85048cc5-0361-478c-b7ab-429a8b03b5c9" providerId="ADAL" clId="{EE23C152-F5A7-494E-894C-B664F80D40D8}" dt="2025-11-20T16:00:17.333" v="1799" actId="20577"/>
          <ac:spMkLst>
            <pc:docMk/>
            <pc:sldMk cId="2935566832" sldId="267"/>
            <ac:spMk id="3" creationId="{AEDF5BFD-E5AD-4DF2-937C-1F7E0DB073E0}"/>
          </ac:spMkLst>
        </pc:spChg>
      </pc:sldChg>
      <pc:sldChg chg="modSp new mod">
        <pc:chgData name="Hunter T Smith" userId="85048cc5-0361-478c-b7ab-429a8b03b5c9" providerId="ADAL" clId="{EE23C152-F5A7-494E-894C-B664F80D40D8}" dt="2025-11-20T19:42:09.198" v="3191" actId="20577"/>
        <pc:sldMkLst>
          <pc:docMk/>
          <pc:sldMk cId="2003023317" sldId="268"/>
        </pc:sldMkLst>
        <pc:spChg chg="mod">
          <ac:chgData name="Hunter T Smith" userId="85048cc5-0361-478c-b7ab-429a8b03b5c9" providerId="ADAL" clId="{EE23C152-F5A7-494E-894C-B664F80D40D8}" dt="2025-11-20T19:42:09.198" v="3191" actId="20577"/>
          <ac:spMkLst>
            <pc:docMk/>
            <pc:sldMk cId="2003023317" sldId="268"/>
            <ac:spMk id="2" creationId="{142485C9-1ACB-5C7F-C2BA-0D778D66B38E}"/>
          </ac:spMkLst>
        </pc:spChg>
        <pc:spChg chg="mod">
          <ac:chgData name="Hunter T Smith" userId="85048cc5-0361-478c-b7ab-429a8b03b5c9" providerId="ADAL" clId="{EE23C152-F5A7-494E-894C-B664F80D40D8}" dt="2025-11-20T19:09:28.405" v="2884" actId="20577"/>
          <ac:spMkLst>
            <pc:docMk/>
            <pc:sldMk cId="2003023317" sldId="268"/>
            <ac:spMk id="3" creationId="{17F8026F-DF82-9E1E-7EBF-AF1B31D993D9}"/>
          </ac:spMkLst>
        </pc:spChg>
      </pc:sldChg>
      <pc:sldChg chg="addSp delSp modSp new mod setBg">
        <pc:chgData name="Hunter T Smith" userId="85048cc5-0361-478c-b7ab-429a8b03b5c9" providerId="ADAL" clId="{EE23C152-F5A7-494E-894C-B664F80D40D8}" dt="2025-11-20T19:59:28.556" v="3754" actId="1076"/>
        <pc:sldMkLst>
          <pc:docMk/>
          <pc:sldMk cId="2161264406" sldId="269"/>
        </pc:sldMkLst>
        <pc:spChg chg="mod">
          <ac:chgData name="Hunter T Smith" userId="85048cc5-0361-478c-b7ab-429a8b03b5c9" providerId="ADAL" clId="{EE23C152-F5A7-494E-894C-B664F80D40D8}" dt="2025-11-20T19:59:13.938" v="3749" actId="26606"/>
          <ac:spMkLst>
            <pc:docMk/>
            <pc:sldMk cId="2161264406" sldId="269"/>
            <ac:spMk id="2" creationId="{10487B1F-9F45-6FD8-1993-DAD77DE686F3}"/>
          </ac:spMkLst>
        </pc:spChg>
        <pc:spChg chg="mod ord">
          <ac:chgData name="Hunter T Smith" userId="85048cc5-0361-478c-b7ab-429a8b03b5c9" providerId="ADAL" clId="{EE23C152-F5A7-494E-894C-B664F80D40D8}" dt="2025-11-20T19:59:13.938" v="3749" actId="26606"/>
          <ac:spMkLst>
            <pc:docMk/>
            <pc:sldMk cId="2161264406" sldId="269"/>
            <ac:spMk id="3" creationId="{691613C6-C206-E9F2-5AD7-8F95A592C935}"/>
          </ac:spMkLst>
        </pc:spChg>
        <pc:spChg chg="add del">
          <ac:chgData name="Hunter T Smith" userId="85048cc5-0361-478c-b7ab-429a8b03b5c9" providerId="ADAL" clId="{EE23C152-F5A7-494E-894C-B664F80D40D8}" dt="2025-11-20T19:56:20.147" v="3739" actId="26606"/>
          <ac:spMkLst>
            <pc:docMk/>
            <pc:sldMk cId="2161264406" sldId="269"/>
            <ac:spMk id="9" creationId="{C0763A76-9F1C-4FC5-82B7-DD475DA461B2}"/>
          </ac:spMkLst>
        </pc:spChg>
        <pc:spChg chg="add del">
          <ac:chgData name="Hunter T Smith" userId="85048cc5-0361-478c-b7ab-429a8b03b5c9" providerId="ADAL" clId="{EE23C152-F5A7-494E-894C-B664F80D40D8}" dt="2025-11-20T19:56:20.147" v="3739" actId="26606"/>
          <ac:spMkLst>
            <pc:docMk/>
            <pc:sldMk cId="2161264406" sldId="269"/>
            <ac:spMk id="11" creationId="{E81BF4F6-F2CF-4984-9D14-D6966D92F99F}"/>
          </ac:spMkLst>
        </pc:spChg>
        <pc:spChg chg="add del">
          <ac:chgData name="Hunter T Smith" userId="85048cc5-0361-478c-b7ab-429a8b03b5c9" providerId="ADAL" clId="{EE23C152-F5A7-494E-894C-B664F80D40D8}" dt="2025-11-20T19:56:15.842" v="3732" actId="26606"/>
          <ac:spMkLst>
            <pc:docMk/>
            <pc:sldMk cId="2161264406" sldId="269"/>
            <ac:spMk id="16" creationId="{743AA782-23D1-4521-8CAD-47662984AA08}"/>
          </ac:spMkLst>
        </pc:spChg>
        <pc:spChg chg="add del">
          <ac:chgData name="Hunter T Smith" userId="85048cc5-0361-478c-b7ab-429a8b03b5c9" providerId="ADAL" clId="{EE23C152-F5A7-494E-894C-B664F80D40D8}" dt="2025-11-20T19:56:15.842" v="3732" actId="26606"/>
          <ac:spMkLst>
            <pc:docMk/>
            <pc:sldMk cId="2161264406" sldId="269"/>
            <ac:spMk id="18" creationId="{71877DBC-BB60-40F0-AC93-2ACDBAAE60CE}"/>
          </ac:spMkLst>
        </pc:spChg>
        <pc:spChg chg="add del">
          <ac:chgData name="Hunter T Smith" userId="85048cc5-0361-478c-b7ab-429a8b03b5c9" providerId="ADAL" clId="{EE23C152-F5A7-494E-894C-B664F80D40D8}" dt="2025-11-20T19:56:18.402" v="3734" actId="26606"/>
          <ac:spMkLst>
            <pc:docMk/>
            <pc:sldMk cId="2161264406" sldId="269"/>
            <ac:spMk id="20" creationId="{6CB927A4-E432-4310-9CD5-E89FF5063179}"/>
          </ac:spMkLst>
        </pc:spChg>
        <pc:spChg chg="add del">
          <ac:chgData name="Hunter T Smith" userId="85048cc5-0361-478c-b7ab-429a8b03b5c9" providerId="ADAL" clId="{EE23C152-F5A7-494E-894C-B664F80D40D8}" dt="2025-11-20T19:56:18.402" v="3734" actId="26606"/>
          <ac:spMkLst>
            <pc:docMk/>
            <pc:sldMk cId="2161264406" sldId="269"/>
            <ac:spMk id="21" creationId="{8D1AA55E-40D5-461B-A5A8-4AE8AAB71B08}"/>
          </ac:spMkLst>
        </pc:spChg>
        <pc:spChg chg="add del">
          <ac:chgData name="Hunter T Smith" userId="85048cc5-0361-478c-b7ab-429a8b03b5c9" providerId="ADAL" clId="{EE23C152-F5A7-494E-894C-B664F80D40D8}" dt="2025-11-20T19:56:18.402" v="3734" actId="26606"/>
          <ac:spMkLst>
            <pc:docMk/>
            <pc:sldMk cId="2161264406" sldId="269"/>
            <ac:spMk id="22" creationId="{E3020543-B24B-4EC4-8FFC-8DD88EEA91A8}"/>
          </ac:spMkLst>
        </pc:spChg>
        <pc:spChg chg="add del">
          <ac:chgData name="Hunter T Smith" userId="85048cc5-0361-478c-b7ab-429a8b03b5c9" providerId="ADAL" clId="{EE23C152-F5A7-494E-894C-B664F80D40D8}" dt="2025-11-20T19:56:19.024" v="3736" actId="26606"/>
          <ac:spMkLst>
            <pc:docMk/>
            <pc:sldMk cId="2161264406" sldId="269"/>
            <ac:spMk id="25" creationId="{743AA782-23D1-4521-8CAD-47662984AA08}"/>
          </ac:spMkLst>
        </pc:spChg>
        <pc:spChg chg="add del">
          <ac:chgData name="Hunter T Smith" userId="85048cc5-0361-478c-b7ab-429a8b03b5c9" providerId="ADAL" clId="{EE23C152-F5A7-494E-894C-B664F80D40D8}" dt="2025-11-20T19:56:19.024" v="3736" actId="26606"/>
          <ac:spMkLst>
            <pc:docMk/>
            <pc:sldMk cId="2161264406" sldId="269"/>
            <ac:spMk id="26" creationId="{71877DBC-BB60-40F0-AC93-2ACDBAAE60CE}"/>
          </ac:spMkLst>
        </pc:spChg>
        <pc:spChg chg="add del">
          <ac:chgData name="Hunter T Smith" userId="85048cc5-0361-478c-b7ab-429a8b03b5c9" providerId="ADAL" clId="{EE23C152-F5A7-494E-894C-B664F80D40D8}" dt="2025-11-20T19:56:20.132" v="3738" actId="26606"/>
          <ac:spMkLst>
            <pc:docMk/>
            <pc:sldMk cId="2161264406" sldId="269"/>
            <ac:spMk id="28" creationId="{2B97F24A-32CE-4C1C-A50D-3016B394DCFB}"/>
          </ac:spMkLst>
        </pc:spChg>
        <pc:spChg chg="add del">
          <ac:chgData name="Hunter T Smith" userId="85048cc5-0361-478c-b7ab-429a8b03b5c9" providerId="ADAL" clId="{EE23C152-F5A7-494E-894C-B664F80D40D8}" dt="2025-11-20T19:56:20.132" v="3738" actId="26606"/>
          <ac:spMkLst>
            <pc:docMk/>
            <pc:sldMk cId="2161264406" sldId="269"/>
            <ac:spMk id="29" creationId="{CD8B4F24-440B-49E9-B85D-733523DC064B}"/>
          </ac:spMkLst>
        </pc:spChg>
        <pc:spChg chg="add del">
          <ac:chgData name="Hunter T Smith" userId="85048cc5-0361-478c-b7ab-429a8b03b5c9" providerId="ADAL" clId="{EE23C152-F5A7-494E-894C-B664F80D40D8}" dt="2025-11-20T19:57:38.715" v="3742" actId="26606"/>
          <ac:spMkLst>
            <pc:docMk/>
            <pc:sldMk cId="2161264406" sldId="269"/>
            <ac:spMk id="31" creationId="{743AA782-23D1-4521-8CAD-47662984AA08}"/>
          </ac:spMkLst>
        </pc:spChg>
        <pc:spChg chg="add del">
          <ac:chgData name="Hunter T Smith" userId="85048cc5-0361-478c-b7ab-429a8b03b5c9" providerId="ADAL" clId="{EE23C152-F5A7-494E-894C-B664F80D40D8}" dt="2025-11-20T19:57:38.715" v="3742" actId="26606"/>
          <ac:spMkLst>
            <pc:docMk/>
            <pc:sldMk cId="2161264406" sldId="269"/>
            <ac:spMk id="32" creationId="{71877DBC-BB60-40F0-AC93-2ACDBAAE60CE}"/>
          </ac:spMkLst>
        </pc:spChg>
        <pc:spChg chg="add del">
          <ac:chgData name="Hunter T Smith" userId="85048cc5-0361-478c-b7ab-429a8b03b5c9" providerId="ADAL" clId="{EE23C152-F5A7-494E-894C-B664F80D40D8}" dt="2025-11-20T19:59:13.938" v="3749" actId="26606"/>
          <ac:spMkLst>
            <pc:docMk/>
            <pc:sldMk cId="2161264406" sldId="269"/>
            <ac:spMk id="37" creationId="{78532AE1-3E02-470C-B898-A0C62F2E99AB}"/>
          </ac:spMkLst>
        </pc:spChg>
        <pc:spChg chg="add del">
          <ac:chgData name="Hunter T Smith" userId="85048cc5-0361-478c-b7ab-429a8b03b5c9" providerId="ADAL" clId="{EE23C152-F5A7-494E-894C-B664F80D40D8}" dt="2025-11-20T19:59:13.938" v="3749" actId="26606"/>
          <ac:spMkLst>
            <pc:docMk/>
            <pc:sldMk cId="2161264406" sldId="269"/>
            <ac:spMk id="39" creationId="{E7401DF7-4687-415B-A91D-DB43BEEBDFE5}"/>
          </ac:spMkLst>
        </pc:spChg>
        <pc:spChg chg="add del">
          <ac:chgData name="Hunter T Smith" userId="85048cc5-0361-478c-b7ab-429a8b03b5c9" providerId="ADAL" clId="{EE23C152-F5A7-494E-894C-B664F80D40D8}" dt="2025-11-20T19:59:13.938" v="3749" actId="26606"/>
          <ac:spMkLst>
            <pc:docMk/>
            <pc:sldMk cId="2161264406" sldId="269"/>
            <ac:spMk id="41" creationId="{8EFC09D2-72D2-4174-A2DF-1017D0FEBD3D}"/>
          </ac:spMkLst>
        </pc:spChg>
        <pc:spChg chg="add del">
          <ac:chgData name="Hunter T Smith" userId="85048cc5-0361-478c-b7ab-429a8b03b5c9" providerId="ADAL" clId="{EE23C152-F5A7-494E-894C-B664F80D40D8}" dt="2025-11-20T19:58:25.820" v="3744" actId="26606"/>
          <ac:spMkLst>
            <pc:docMk/>
            <pc:sldMk cId="2161264406" sldId="269"/>
            <ac:spMk id="46" creationId="{B6FACB3C-9069-4791-BC5C-0DB7CD19B853}"/>
          </ac:spMkLst>
        </pc:spChg>
        <pc:spChg chg="add del">
          <ac:chgData name="Hunter T Smith" userId="85048cc5-0361-478c-b7ab-429a8b03b5c9" providerId="ADAL" clId="{EE23C152-F5A7-494E-894C-B664F80D40D8}" dt="2025-11-20T19:58:25.820" v="3744" actId="26606"/>
          <ac:spMkLst>
            <pc:docMk/>
            <pc:sldMk cId="2161264406" sldId="269"/>
            <ac:spMk id="48" creationId="{71F2038E-D777-4B76-81DD-DD13EE91B9DD}"/>
          </ac:spMkLst>
        </pc:spChg>
        <pc:spChg chg="add del">
          <ac:chgData name="Hunter T Smith" userId="85048cc5-0361-478c-b7ab-429a8b03b5c9" providerId="ADAL" clId="{EE23C152-F5A7-494E-894C-B664F80D40D8}" dt="2025-11-20T19:59:12.604" v="3746" actId="26606"/>
          <ac:spMkLst>
            <pc:docMk/>
            <pc:sldMk cId="2161264406" sldId="269"/>
            <ac:spMk id="56" creationId="{2EB492CD-616E-47F8-933B-5E2D952A0593}"/>
          </ac:spMkLst>
        </pc:spChg>
        <pc:spChg chg="add del">
          <ac:chgData name="Hunter T Smith" userId="85048cc5-0361-478c-b7ab-429a8b03b5c9" providerId="ADAL" clId="{EE23C152-F5A7-494E-894C-B664F80D40D8}" dt="2025-11-20T19:59:12.604" v="3746" actId="26606"/>
          <ac:spMkLst>
            <pc:docMk/>
            <pc:sldMk cId="2161264406" sldId="269"/>
            <ac:spMk id="57" creationId="{59383CF9-23B5-4335-9B21-1791C4CF1C75}"/>
          </ac:spMkLst>
        </pc:spChg>
        <pc:spChg chg="add del">
          <ac:chgData name="Hunter T Smith" userId="85048cc5-0361-478c-b7ab-429a8b03b5c9" providerId="ADAL" clId="{EE23C152-F5A7-494E-894C-B664F80D40D8}" dt="2025-11-20T19:59:12.604" v="3746" actId="26606"/>
          <ac:spMkLst>
            <pc:docMk/>
            <pc:sldMk cId="2161264406" sldId="269"/>
            <ac:spMk id="58" creationId="{0007FE00-9498-4706-B255-6437B0252C02}"/>
          </ac:spMkLst>
        </pc:spChg>
        <pc:spChg chg="add del">
          <ac:chgData name="Hunter T Smith" userId="85048cc5-0361-478c-b7ab-429a8b03b5c9" providerId="ADAL" clId="{EE23C152-F5A7-494E-894C-B664F80D40D8}" dt="2025-11-20T19:59:13.931" v="3748" actId="26606"/>
          <ac:spMkLst>
            <pc:docMk/>
            <pc:sldMk cId="2161264406" sldId="269"/>
            <ac:spMk id="60" creationId="{B6FACB3C-9069-4791-BC5C-0DB7CD19B853}"/>
          </ac:spMkLst>
        </pc:spChg>
        <pc:spChg chg="add del">
          <ac:chgData name="Hunter T Smith" userId="85048cc5-0361-478c-b7ab-429a8b03b5c9" providerId="ADAL" clId="{EE23C152-F5A7-494E-894C-B664F80D40D8}" dt="2025-11-20T19:59:13.931" v="3748" actId="26606"/>
          <ac:spMkLst>
            <pc:docMk/>
            <pc:sldMk cId="2161264406" sldId="269"/>
            <ac:spMk id="61" creationId="{71F2038E-D777-4B76-81DD-DD13EE91B9DD}"/>
          </ac:spMkLst>
        </pc:spChg>
        <pc:spChg chg="add">
          <ac:chgData name="Hunter T Smith" userId="85048cc5-0361-478c-b7ab-429a8b03b5c9" providerId="ADAL" clId="{EE23C152-F5A7-494E-894C-B664F80D40D8}" dt="2025-11-20T19:59:13.938" v="3749" actId="26606"/>
          <ac:spMkLst>
            <pc:docMk/>
            <pc:sldMk cId="2161264406" sldId="269"/>
            <ac:spMk id="64" creationId="{2EB492CD-616E-47F8-933B-5E2D952A0593}"/>
          </ac:spMkLst>
        </pc:spChg>
        <pc:spChg chg="add">
          <ac:chgData name="Hunter T Smith" userId="85048cc5-0361-478c-b7ab-429a8b03b5c9" providerId="ADAL" clId="{EE23C152-F5A7-494E-894C-B664F80D40D8}" dt="2025-11-20T19:59:13.938" v="3749" actId="26606"/>
          <ac:spMkLst>
            <pc:docMk/>
            <pc:sldMk cId="2161264406" sldId="269"/>
            <ac:spMk id="65" creationId="{59383CF9-23B5-4335-9B21-1791C4CF1C75}"/>
          </ac:spMkLst>
        </pc:spChg>
        <pc:spChg chg="add">
          <ac:chgData name="Hunter T Smith" userId="85048cc5-0361-478c-b7ab-429a8b03b5c9" providerId="ADAL" clId="{EE23C152-F5A7-494E-894C-B664F80D40D8}" dt="2025-11-20T19:59:13.938" v="3749" actId="26606"/>
          <ac:spMkLst>
            <pc:docMk/>
            <pc:sldMk cId="2161264406" sldId="269"/>
            <ac:spMk id="66" creationId="{0007FE00-9498-4706-B255-6437B0252C02}"/>
          </ac:spMkLst>
        </pc:spChg>
        <pc:grpChg chg="add del">
          <ac:chgData name="Hunter T Smith" userId="85048cc5-0361-478c-b7ab-429a8b03b5c9" providerId="ADAL" clId="{EE23C152-F5A7-494E-894C-B664F80D40D8}" dt="2025-11-20T19:58:25.820" v="3744" actId="26606"/>
          <ac:grpSpMkLst>
            <pc:docMk/>
            <pc:sldMk cId="2161264406" sldId="269"/>
            <ac:grpSpMk id="50" creationId="{DD354807-230F-4402-B1B9-F733A8F1F190}"/>
          </ac:grpSpMkLst>
        </pc:grpChg>
        <pc:grpChg chg="add del">
          <ac:chgData name="Hunter T Smith" userId="85048cc5-0361-478c-b7ab-429a8b03b5c9" providerId="ADAL" clId="{EE23C152-F5A7-494E-894C-B664F80D40D8}" dt="2025-11-20T19:59:13.931" v="3748" actId="26606"/>
          <ac:grpSpMkLst>
            <pc:docMk/>
            <pc:sldMk cId="2161264406" sldId="269"/>
            <ac:grpSpMk id="62" creationId="{DD354807-230F-4402-B1B9-F733A8F1F190}"/>
          </ac:grpSpMkLst>
        </pc:grpChg>
        <pc:picChg chg="add del">
          <ac:chgData name="Hunter T Smith" userId="85048cc5-0361-478c-b7ab-429a8b03b5c9" providerId="ADAL" clId="{EE23C152-F5A7-494E-894C-B664F80D40D8}" dt="2025-11-20T19:56:11.393" v="3730" actId="478"/>
          <ac:picMkLst>
            <pc:docMk/>
            <pc:sldMk cId="2161264406" sldId="269"/>
            <ac:picMk id="5" creationId="{C479B19C-08D2-0483-FFD4-C5C8CF67F22A}"/>
          </ac:picMkLst>
        </pc:picChg>
        <pc:picChg chg="add mod">
          <ac:chgData name="Hunter T Smith" userId="85048cc5-0361-478c-b7ab-429a8b03b5c9" providerId="ADAL" clId="{EE23C152-F5A7-494E-894C-B664F80D40D8}" dt="2025-11-20T19:59:28.556" v="3754" actId="1076"/>
          <ac:picMkLst>
            <pc:docMk/>
            <pc:sldMk cId="2161264406" sldId="269"/>
            <ac:picMk id="6" creationId="{16480715-532D-3E70-6B8E-6C285EB0C50F}"/>
          </ac:picMkLst>
        </pc:picChg>
        <pc:cxnChg chg="add del">
          <ac:chgData name="Hunter T Smith" userId="85048cc5-0361-478c-b7ab-429a8b03b5c9" providerId="ADAL" clId="{EE23C152-F5A7-494E-894C-B664F80D40D8}" dt="2025-11-20T19:56:18.402" v="3734" actId="26606"/>
          <ac:cxnSpMkLst>
            <pc:docMk/>
            <pc:sldMk cId="2161264406" sldId="269"/>
            <ac:cxnSpMk id="23" creationId="{7EB498BD-8089-4626-91EA-4978EBEF535E}"/>
          </ac:cxnSpMkLst>
        </pc:cxnChg>
      </pc:sldChg>
      <pc:sldChg chg="addSp modSp new mod setBg">
        <pc:chgData name="Hunter T Smith" userId="85048cc5-0361-478c-b7ab-429a8b03b5c9" providerId="ADAL" clId="{EE23C152-F5A7-494E-894C-B664F80D40D8}" dt="2025-11-20T20:01:10.582" v="3899" actId="20577"/>
        <pc:sldMkLst>
          <pc:docMk/>
          <pc:sldMk cId="2806068581" sldId="270"/>
        </pc:sldMkLst>
        <pc:spChg chg="mod">
          <ac:chgData name="Hunter T Smith" userId="85048cc5-0361-478c-b7ab-429a8b03b5c9" providerId="ADAL" clId="{EE23C152-F5A7-494E-894C-B664F80D40D8}" dt="2025-11-20T20:00:24.062" v="3758" actId="20577"/>
          <ac:spMkLst>
            <pc:docMk/>
            <pc:sldMk cId="2806068581" sldId="270"/>
            <ac:spMk id="2" creationId="{FCF8A228-8EFA-09BE-AA07-B1EA4916C9F4}"/>
          </ac:spMkLst>
        </pc:spChg>
        <pc:spChg chg="mod">
          <ac:chgData name="Hunter T Smith" userId="85048cc5-0361-478c-b7ab-429a8b03b5c9" providerId="ADAL" clId="{EE23C152-F5A7-494E-894C-B664F80D40D8}" dt="2025-11-20T20:01:10.582" v="3899" actId="20577"/>
          <ac:spMkLst>
            <pc:docMk/>
            <pc:sldMk cId="2806068581" sldId="270"/>
            <ac:spMk id="3" creationId="{01283E8B-75E2-AED4-8D84-CD57FAB5DD57}"/>
          </ac:spMkLst>
        </pc:spChg>
        <pc:spChg chg="add">
          <ac:chgData name="Hunter T Smith" userId="85048cc5-0361-478c-b7ab-429a8b03b5c9" providerId="ADAL" clId="{EE23C152-F5A7-494E-894C-B664F80D40D8}" dt="2025-11-20T20:00:19.644" v="3757" actId="26606"/>
          <ac:spMkLst>
            <pc:docMk/>
            <pc:sldMk cId="2806068581" sldId="270"/>
            <ac:spMk id="9" creationId="{3ECBE1F1-D69B-4AFA-ABD5-8E41720EF6DE}"/>
          </ac:spMkLst>
        </pc:spChg>
        <pc:spChg chg="add">
          <ac:chgData name="Hunter T Smith" userId="85048cc5-0361-478c-b7ab-429a8b03b5c9" providerId="ADAL" clId="{EE23C152-F5A7-494E-894C-B664F80D40D8}" dt="2025-11-20T20:00:19.644" v="3757" actId="26606"/>
          <ac:spMkLst>
            <pc:docMk/>
            <pc:sldMk cId="2806068581" sldId="270"/>
            <ac:spMk id="11" creationId="{603A6265-E10C-4B85-9C20-E75FCAF9CC63}"/>
          </ac:spMkLst>
        </pc:spChg>
        <pc:picChg chg="add">
          <ac:chgData name="Hunter T Smith" userId="85048cc5-0361-478c-b7ab-429a8b03b5c9" providerId="ADAL" clId="{EE23C152-F5A7-494E-894C-B664F80D40D8}" dt="2025-11-20T20:00:19.644" v="3757" actId="26606"/>
          <ac:picMkLst>
            <pc:docMk/>
            <pc:sldMk cId="2806068581" sldId="270"/>
            <ac:picMk id="5" creationId="{345645EB-3F3D-8A3C-6307-29189F86EE47}"/>
          </ac:picMkLst>
        </pc:picChg>
      </pc:sldChg>
      <pc:sldChg chg="addSp modSp new mod setBg">
        <pc:chgData name="Hunter T Smith" userId="85048cc5-0361-478c-b7ab-429a8b03b5c9" providerId="ADAL" clId="{EE23C152-F5A7-494E-894C-B664F80D40D8}" dt="2025-11-20T19:55:03.656" v="3694" actId="20577"/>
        <pc:sldMkLst>
          <pc:docMk/>
          <pc:sldMk cId="2259483868" sldId="271"/>
        </pc:sldMkLst>
        <pc:spChg chg="mod">
          <ac:chgData name="Hunter T Smith" userId="85048cc5-0361-478c-b7ab-429a8b03b5c9" providerId="ADAL" clId="{EE23C152-F5A7-494E-894C-B664F80D40D8}" dt="2025-11-20T19:54:54.049" v="3673" actId="26606"/>
          <ac:spMkLst>
            <pc:docMk/>
            <pc:sldMk cId="2259483868" sldId="271"/>
            <ac:spMk id="2" creationId="{8153E461-F926-CE5A-8634-3B5632A790AE}"/>
          </ac:spMkLst>
        </pc:spChg>
        <pc:spChg chg="mod">
          <ac:chgData name="Hunter T Smith" userId="85048cc5-0361-478c-b7ab-429a8b03b5c9" providerId="ADAL" clId="{EE23C152-F5A7-494E-894C-B664F80D40D8}" dt="2025-11-20T19:55:03.656" v="3694" actId="20577"/>
          <ac:spMkLst>
            <pc:docMk/>
            <pc:sldMk cId="2259483868" sldId="271"/>
            <ac:spMk id="3" creationId="{B68AE4CE-4609-EAF2-4C77-89986D90E652}"/>
          </ac:spMkLst>
        </pc:spChg>
        <pc:spChg chg="add">
          <ac:chgData name="Hunter T Smith" userId="85048cc5-0361-478c-b7ab-429a8b03b5c9" providerId="ADAL" clId="{EE23C152-F5A7-494E-894C-B664F80D40D8}" dt="2025-11-20T19:54:54.049" v="3673" actId="26606"/>
          <ac:spMkLst>
            <pc:docMk/>
            <pc:sldMk cId="2259483868" sldId="271"/>
            <ac:spMk id="10" creationId="{2B97F24A-32CE-4C1C-A50D-3016B394DCFB}"/>
          </ac:spMkLst>
        </pc:spChg>
        <pc:spChg chg="add">
          <ac:chgData name="Hunter T Smith" userId="85048cc5-0361-478c-b7ab-429a8b03b5c9" providerId="ADAL" clId="{EE23C152-F5A7-494E-894C-B664F80D40D8}" dt="2025-11-20T19:54:54.049" v="3673" actId="26606"/>
          <ac:spMkLst>
            <pc:docMk/>
            <pc:sldMk cId="2259483868" sldId="271"/>
            <ac:spMk id="12" creationId="{CD8B4F24-440B-49E9-B85D-733523DC064B}"/>
          </ac:spMkLst>
        </pc:spChg>
        <pc:picChg chg="add mod">
          <ac:chgData name="Hunter T Smith" userId="85048cc5-0361-478c-b7ab-429a8b03b5c9" providerId="ADAL" clId="{EE23C152-F5A7-494E-894C-B664F80D40D8}" dt="2025-11-20T19:54:54.049" v="3673" actId="26606"/>
          <ac:picMkLst>
            <pc:docMk/>
            <pc:sldMk cId="2259483868" sldId="271"/>
            <ac:picMk id="5" creationId="{42D07DDC-5E00-A581-8A6B-CB2DF0883B2B}"/>
          </ac:picMkLst>
        </pc:picChg>
      </pc:sldChg>
      <pc:sldChg chg="addSp delSp modSp new mod setBg">
        <pc:chgData name="Hunter T Smith" userId="85048cc5-0361-478c-b7ab-429a8b03b5c9" providerId="ADAL" clId="{EE23C152-F5A7-494E-894C-B664F80D40D8}" dt="2025-11-20T19:51:25.062" v="3668" actId="26606"/>
        <pc:sldMkLst>
          <pc:docMk/>
          <pc:sldMk cId="4132699911" sldId="272"/>
        </pc:sldMkLst>
        <pc:spChg chg="mod">
          <ac:chgData name="Hunter T Smith" userId="85048cc5-0361-478c-b7ab-429a8b03b5c9" providerId="ADAL" clId="{EE23C152-F5A7-494E-894C-B664F80D40D8}" dt="2025-11-20T19:51:25.062" v="3668" actId="26606"/>
          <ac:spMkLst>
            <pc:docMk/>
            <pc:sldMk cId="4132699911" sldId="272"/>
            <ac:spMk id="2" creationId="{6C5FCAEA-3B64-8A9D-8831-7F862489B8FF}"/>
          </ac:spMkLst>
        </pc:spChg>
        <pc:spChg chg="add del mod">
          <ac:chgData name="Hunter T Smith" userId="85048cc5-0361-478c-b7ab-429a8b03b5c9" providerId="ADAL" clId="{EE23C152-F5A7-494E-894C-B664F80D40D8}" dt="2025-11-20T19:51:25.062" v="3668" actId="26606"/>
          <ac:spMkLst>
            <pc:docMk/>
            <pc:sldMk cId="4132699911" sldId="272"/>
            <ac:spMk id="3" creationId="{BC3CCEAC-7351-C5E1-AAD6-262E3A21F264}"/>
          </ac:spMkLst>
        </pc:spChg>
        <pc:spChg chg="add del">
          <ac:chgData name="Hunter T Smith" userId="85048cc5-0361-478c-b7ab-429a8b03b5c9" providerId="ADAL" clId="{EE23C152-F5A7-494E-894C-B664F80D40D8}" dt="2025-11-20T19:51:25.062" v="3667" actId="26606"/>
          <ac:spMkLst>
            <pc:docMk/>
            <pc:sldMk cId="4132699911" sldId="272"/>
            <ac:spMk id="9" creationId="{BACC6370-2D7E-4714-9D71-7542949D7D5D}"/>
          </ac:spMkLst>
        </pc:spChg>
        <pc:spChg chg="add">
          <ac:chgData name="Hunter T Smith" userId="85048cc5-0361-478c-b7ab-429a8b03b5c9" providerId="ADAL" clId="{EE23C152-F5A7-494E-894C-B664F80D40D8}" dt="2025-11-20T19:51:25.062" v="3668" actId="26606"/>
          <ac:spMkLst>
            <pc:docMk/>
            <pc:sldMk cId="4132699911" sldId="272"/>
            <ac:spMk id="10" creationId="{EDDBB197-D710-4A4F-A9CA-FD2177498BE8}"/>
          </ac:spMkLst>
        </pc:spChg>
        <pc:spChg chg="add del">
          <ac:chgData name="Hunter T Smith" userId="85048cc5-0361-478c-b7ab-429a8b03b5c9" providerId="ADAL" clId="{EE23C152-F5A7-494E-894C-B664F80D40D8}" dt="2025-11-20T19:51:25.062" v="3667" actId="26606"/>
          <ac:spMkLst>
            <pc:docMk/>
            <pc:sldMk cId="4132699911" sldId="272"/>
            <ac:spMk id="11" creationId="{F68B3F68-107C-434F-AA38-110D5EA91B85}"/>
          </ac:spMkLst>
        </pc:spChg>
        <pc:spChg chg="add">
          <ac:chgData name="Hunter T Smith" userId="85048cc5-0361-478c-b7ab-429a8b03b5c9" providerId="ADAL" clId="{EE23C152-F5A7-494E-894C-B664F80D40D8}" dt="2025-11-20T19:51:25.062" v="3668" actId="26606"/>
          <ac:spMkLst>
            <pc:docMk/>
            <pc:sldMk cId="4132699911" sldId="272"/>
            <ac:spMk id="12" creationId="{975D1CFA-2CDB-4B64-BD9F-85744E8DA12F}"/>
          </ac:spMkLst>
        </pc:spChg>
        <pc:spChg chg="add del">
          <ac:chgData name="Hunter T Smith" userId="85048cc5-0361-478c-b7ab-429a8b03b5c9" providerId="ADAL" clId="{EE23C152-F5A7-494E-894C-B664F80D40D8}" dt="2025-11-20T19:51:25.062" v="3667" actId="26606"/>
          <ac:spMkLst>
            <pc:docMk/>
            <pc:sldMk cId="4132699911" sldId="272"/>
            <ac:spMk id="13" creationId="{AAD0DBB9-1A4B-4391-81D4-CB19F9AB918A}"/>
          </ac:spMkLst>
        </pc:spChg>
        <pc:spChg chg="add del">
          <ac:chgData name="Hunter T Smith" userId="85048cc5-0361-478c-b7ab-429a8b03b5c9" providerId="ADAL" clId="{EE23C152-F5A7-494E-894C-B664F80D40D8}" dt="2025-11-20T19:51:25.062" v="3667" actId="26606"/>
          <ac:spMkLst>
            <pc:docMk/>
            <pc:sldMk cId="4132699911" sldId="272"/>
            <ac:spMk id="15" creationId="{063BBA22-50EA-4C4D-BE05-F1CE4E63AA56}"/>
          </ac:spMkLst>
        </pc:spChg>
        <pc:spChg chg="add">
          <ac:chgData name="Hunter T Smith" userId="85048cc5-0361-478c-b7ab-429a8b03b5c9" providerId="ADAL" clId="{EE23C152-F5A7-494E-894C-B664F80D40D8}" dt="2025-11-20T19:51:25.062" v="3668" actId="26606"/>
          <ac:spMkLst>
            <pc:docMk/>
            <pc:sldMk cId="4132699911" sldId="272"/>
            <ac:spMk id="19" creationId="{BC3CCEAC-7351-C5E1-AAD6-262E3A21F264}"/>
          </ac:spMkLst>
        </pc:spChg>
        <pc:grpChg chg="add">
          <ac:chgData name="Hunter T Smith" userId="85048cc5-0361-478c-b7ab-429a8b03b5c9" providerId="ADAL" clId="{EE23C152-F5A7-494E-894C-B664F80D40D8}" dt="2025-11-20T19:51:25.062" v="3668" actId="26606"/>
          <ac:grpSpMkLst>
            <pc:docMk/>
            <pc:sldMk cId="4132699911" sldId="272"/>
            <ac:grpSpMk id="14" creationId="{25EE5136-01F1-466C-962D-BA9B4C6757AA}"/>
          </ac:grpSpMkLst>
        </pc:grpChg>
        <pc:graphicFrameChg chg="add del">
          <ac:chgData name="Hunter T Smith" userId="85048cc5-0361-478c-b7ab-429a8b03b5c9" providerId="ADAL" clId="{EE23C152-F5A7-494E-894C-B664F80D40D8}" dt="2025-11-20T19:51:25.062" v="3667" actId="26606"/>
          <ac:graphicFrameMkLst>
            <pc:docMk/>
            <pc:sldMk cId="4132699911" sldId="272"/>
            <ac:graphicFrameMk id="5" creationId="{64BADB02-3A0C-098E-7FAC-411FACA98381}"/>
          </ac:graphicFrameMkLst>
        </pc:graphicFrameChg>
        <pc:picChg chg="add">
          <ac:chgData name="Hunter T Smith" userId="85048cc5-0361-478c-b7ab-429a8b03b5c9" providerId="ADAL" clId="{EE23C152-F5A7-494E-894C-B664F80D40D8}" dt="2025-11-20T19:51:25.062" v="3668" actId="26606"/>
          <ac:picMkLst>
            <pc:docMk/>
            <pc:sldMk cId="4132699911" sldId="272"/>
            <ac:picMk id="7" creationId="{2CA51F57-295F-B44A-FFCA-82B90279E78F}"/>
          </ac:picMkLst>
        </pc:picChg>
      </pc:sldChg>
      <pc:sldChg chg="addSp modSp new mod setBg">
        <pc:chgData name="Hunter T Smith" userId="85048cc5-0361-478c-b7ab-429a8b03b5c9" providerId="ADAL" clId="{EE23C152-F5A7-494E-894C-B664F80D40D8}" dt="2025-11-20T20:03:33.570" v="4182" actId="20577"/>
        <pc:sldMkLst>
          <pc:docMk/>
          <pc:sldMk cId="673228156" sldId="273"/>
        </pc:sldMkLst>
        <pc:spChg chg="mod">
          <ac:chgData name="Hunter T Smith" userId="85048cc5-0361-478c-b7ab-429a8b03b5c9" providerId="ADAL" clId="{EE23C152-F5A7-494E-894C-B664F80D40D8}" dt="2025-11-20T20:01:35.164" v="3900" actId="26606"/>
          <ac:spMkLst>
            <pc:docMk/>
            <pc:sldMk cId="673228156" sldId="273"/>
            <ac:spMk id="2" creationId="{73B8C099-B839-8271-D5AA-143B8187E8E5}"/>
          </ac:spMkLst>
        </pc:spChg>
        <pc:spChg chg="mod">
          <ac:chgData name="Hunter T Smith" userId="85048cc5-0361-478c-b7ab-429a8b03b5c9" providerId="ADAL" clId="{EE23C152-F5A7-494E-894C-B664F80D40D8}" dt="2025-11-20T20:03:33.570" v="4182" actId="20577"/>
          <ac:spMkLst>
            <pc:docMk/>
            <pc:sldMk cId="673228156" sldId="273"/>
            <ac:spMk id="3" creationId="{E1AF8B6C-0AD8-7244-A31C-D0FF5017D297}"/>
          </ac:spMkLst>
        </pc:spChg>
        <pc:spChg chg="add">
          <ac:chgData name="Hunter T Smith" userId="85048cc5-0361-478c-b7ab-429a8b03b5c9" providerId="ADAL" clId="{EE23C152-F5A7-494E-894C-B664F80D40D8}" dt="2025-11-20T20:01:35.164" v="3900" actId="26606"/>
          <ac:spMkLst>
            <pc:docMk/>
            <pc:sldMk cId="673228156" sldId="273"/>
            <ac:spMk id="9" creationId="{9F7D5CDA-D291-4307-BF55-1381FED29634}"/>
          </ac:spMkLst>
        </pc:spChg>
        <pc:picChg chg="add">
          <ac:chgData name="Hunter T Smith" userId="85048cc5-0361-478c-b7ab-429a8b03b5c9" providerId="ADAL" clId="{EE23C152-F5A7-494E-894C-B664F80D40D8}" dt="2025-11-20T20:01:35.164" v="3900" actId="26606"/>
          <ac:picMkLst>
            <pc:docMk/>
            <pc:sldMk cId="673228156" sldId="273"/>
            <ac:picMk id="5" creationId="{9F888025-4B0C-9D77-D59A-FF76682CCFB4}"/>
          </ac:picMkLst>
        </pc:picChg>
      </pc:sldChg>
    </pc:docChg>
  </pc:docChgLst>
  <pc:docChgLst>
    <pc:chgData name="Darien Walker" userId="47bc5b70-f244-4f40-b1f1-076c4d9f0e1b" providerId="ADAL" clId="{9095B452-EC19-4458-B93A-FBCB7805DC5B}"/>
    <pc:docChg chg="custSel modSld">
      <pc:chgData name="Darien Walker" userId="47bc5b70-f244-4f40-b1f1-076c4d9f0e1b" providerId="ADAL" clId="{9095B452-EC19-4458-B93A-FBCB7805DC5B}" dt="2025-11-19T17:36:46.791" v="56" actId="20577"/>
      <pc:docMkLst>
        <pc:docMk/>
      </pc:docMkLst>
      <pc:sldChg chg="addSp delSp modSp mod">
        <pc:chgData name="Darien Walker" userId="47bc5b70-f244-4f40-b1f1-076c4d9f0e1b" providerId="ADAL" clId="{9095B452-EC19-4458-B93A-FBCB7805DC5B}" dt="2025-11-19T05:02:09.702" v="36" actId="20577"/>
        <pc:sldMkLst>
          <pc:docMk/>
          <pc:sldMk cId="581820033" sldId="260"/>
        </pc:sldMkLst>
        <pc:spChg chg="mod">
          <ac:chgData name="Darien Walker" userId="47bc5b70-f244-4f40-b1f1-076c4d9f0e1b" providerId="ADAL" clId="{9095B452-EC19-4458-B93A-FBCB7805DC5B}" dt="2025-11-19T05:02:09.702" v="36" actId="20577"/>
          <ac:spMkLst>
            <pc:docMk/>
            <pc:sldMk cId="581820033" sldId="260"/>
            <ac:spMk id="3" creationId="{8C2ADA0D-3EF2-7A88-6311-1F3D1564B422}"/>
          </ac:spMkLst>
        </pc:spChg>
        <pc:spChg chg="add del mod">
          <ac:chgData name="Darien Walker" userId="47bc5b70-f244-4f40-b1f1-076c4d9f0e1b" providerId="ADAL" clId="{9095B452-EC19-4458-B93A-FBCB7805DC5B}" dt="2025-11-19T05:01:09.658" v="6"/>
          <ac:spMkLst>
            <pc:docMk/>
            <pc:sldMk cId="581820033" sldId="260"/>
            <ac:spMk id="4" creationId="{FD8D7760-2D14-A4BD-DB71-D7442AA7CEC0}"/>
          </ac:spMkLst>
        </pc:spChg>
      </pc:sldChg>
      <pc:sldChg chg="addSp delSp modSp mod">
        <pc:chgData name="Darien Walker" userId="47bc5b70-f244-4f40-b1f1-076c4d9f0e1b" providerId="ADAL" clId="{9095B452-EC19-4458-B93A-FBCB7805DC5B}" dt="2025-11-19T17:36:46.791" v="56" actId="20577"/>
        <pc:sldMkLst>
          <pc:docMk/>
          <pc:sldMk cId="4041947008" sldId="261"/>
        </pc:sldMkLst>
        <pc:spChg chg="del">
          <ac:chgData name="Darien Walker" userId="47bc5b70-f244-4f40-b1f1-076c4d9f0e1b" providerId="ADAL" clId="{9095B452-EC19-4458-B93A-FBCB7805DC5B}" dt="2025-11-19T17:34:12.771" v="37"/>
          <ac:spMkLst>
            <pc:docMk/>
            <pc:sldMk cId="4041947008" sldId="261"/>
            <ac:spMk id="3" creationId="{01D99C7A-B5F3-BF16-461E-0A715D3C58FF}"/>
          </ac:spMkLst>
        </pc:spChg>
        <pc:spChg chg="add mod">
          <ac:chgData name="Darien Walker" userId="47bc5b70-f244-4f40-b1f1-076c4d9f0e1b" providerId="ADAL" clId="{9095B452-EC19-4458-B93A-FBCB7805DC5B}" dt="2025-11-19T17:36:46.791" v="56" actId="20577"/>
          <ac:spMkLst>
            <pc:docMk/>
            <pc:sldMk cId="4041947008" sldId="261"/>
            <ac:spMk id="4" creationId="{9F5191A0-07CA-8920-D644-575723A6AAAE}"/>
          </ac:spMkLst>
        </pc:spChg>
      </pc:sldChg>
    </pc:docChg>
  </pc:docChgLst>
  <pc:docChgLst>
    <pc:chgData name="Darien Walker" userId="S::dwal1641@students.vsu.edu::47bc5b70-f244-4f40-b1f1-076c4d9f0e1b" providerId="AD" clId="Web-{7459BD68-0644-0DD8-2394-A682AB2946B9}"/>
    <pc:docChg chg="modSld">
      <pc:chgData name="Darien Walker" userId="S::dwal1641@students.vsu.edu::47bc5b70-f244-4f40-b1f1-076c4d9f0e1b" providerId="AD" clId="Web-{7459BD68-0644-0DD8-2394-A682AB2946B9}" dt="2025-11-17T21:41:35.751" v="50" actId="20577"/>
      <pc:docMkLst>
        <pc:docMk/>
      </pc:docMkLst>
      <pc:sldChg chg="modSp">
        <pc:chgData name="Darien Walker" userId="S::dwal1641@students.vsu.edu::47bc5b70-f244-4f40-b1f1-076c4d9f0e1b" providerId="AD" clId="Web-{7459BD68-0644-0DD8-2394-A682AB2946B9}" dt="2025-11-17T21:40:18.766" v="36" actId="20577"/>
        <pc:sldMkLst>
          <pc:docMk/>
          <pc:sldMk cId="820991900" sldId="259"/>
        </pc:sldMkLst>
        <pc:spChg chg="mod">
          <ac:chgData name="Darien Walker" userId="S::dwal1641@students.vsu.edu::47bc5b70-f244-4f40-b1f1-076c4d9f0e1b" providerId="AD" clId="Web-{7459BD68-0644-0DD8-2394-A682AB2946B9}" dt="2025-11-17T21:36:13.578" v="10" actId="20577"/>
          <ac:spMkLst>
            <pc:docMk/>
            <pc:sldMk cId="820991900" sldId="259"/>
            <ac:spMk id="2" creationId="{DAF3C756-8F2A-631C-50E0-E83062DB3A2D}"/>
          </ac:spMkLst>
        </pc:spChg>
        <pc:spChg chg="mod">
          <ac:chgData name="Darien Walker" userId="S::dwal1641@students.vsu.edu::47bc5b70-f244-4f40-b1f1-076c4d9f0e1b" providerId="AD" clId="Web-{7459BD68-0644-0DD8-2394-A682AB2946B9}" dt="2025-11-17T21:40:18.766" v="36" actId="20577"/>
          <ac:spMkLst>
            <pc:docMk/>
            <pc:sldMk cId="820991900" sldId="259"/>
            <ac:spMk id="3" creationId="{6347159A-AA8B-85FF-8E38-91495F744FF1}"/>
          </ac:spMkLst>
        </pc:spChg>
      </pc:sldChg>
      <pc:sldChg chg="modSp">
        <pc:chgData name="Darien Walker" userId="S::dwal1641@students.vsu.edu::47bc5b70-f244-4f40-b1f1-076c4d9f0e1b" providerId="AD" clId="Web-{7459BD68-0644-0DD8-2394-A682AB2946B9}" dt="2025-11-17T21:41:35.751" v="50" actId="20577"/>
        <pc:sldMkLst>
          <pc:docMk/>
          <pc:sldMk cId="581820033" sldId="260"/>
        </pc:sldMkLst>
        <pc:spChg chg="mod">
          <ac:chgData name="Darien Walker" userId="S::dwal1641@students.vsu.edu::47bc5b70-f244-4f40-b1f1-076c4d9f0e1b" providerId="AD" clId="Web-{7459BD68-0644-0DD8-2394-A682AB2946B9}" dt="2025-11-17T21:41:35.751" v="50" actId="20577"/>
          <ac:spMkLst>
            <pc:docMk/>
            <pc:sldMk cId="581820033" sldId="260"/>
            <ac:spMk id="3" creationId="{8C2ADA0D-3EF2-7A88-6311-1F3D1564B42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E22C6A-C9C8-47A2-B427-45C7C3096D5F}" type="doc">
      <dgm:prSet loTypeId="urn:microsoft.com/office/officeart/2016/7/layout/RepeatingBendingProcessNew" loCatId="process" qsTypeId="urn:microsoft.com/office/officeart/2005/8/quickstyle/simple4" qsCatId="simple" csTypeId="urn:microsoft.com/office/officeart/2005/8/colors/accent1_2" csCatId="accent1"/>
      <dgm:spPr/>
      <dgm:t>
        <a:bodyPr/>
        <a:lstStyle/>
        <a:p>
          <a:endParaRPr lang="en-US"/>
        </a:p>
      </dgm:t>
    </dgm:pt>
    <dgm:pt modelId="{7A2CEF69-6518-4E0D-9C51-C55ED50E65D5}">
      <dgm:prSet/>
      <dgm:spPr/>
      <dgm:t>
        <a:bodyPr/>
        <a:lstStyle/>
        <a:p>
          <a:r>
            <a:rPr lang="en-US"/>
            <a:t>1. Loads environment and connects to Supabase</a:t>
          </a:r>
        </a:p>
      </dgm:t>
    </dgm:pt>
    <dgm:pt modelId="{AFD6BA1D-A22E-4E1C-9236-D403BC90564A}" type="parTrans" cxnId="{E27FDA69-5A5E-4934-AE31-B65A7343ECB9}">
      <dgm:prSet/>
      <dgm:spPr/>
      <dgm:t>
        <a:bodyPr/>
        <a:lstStyle/>
        <a:p>
          <a:endParaRPr lang="en-US"/>
        </a:p>
      </dgm:t>
    </dgm:pt>
    <dgm:pt modelId="{DE8467D8-281F-4757-8425-16660D1CF697}" type="sibTrans" cxnId="{E27FDA69-5A5E-4934-AE31-B65A7343ECB9}">
      <dgm:prSet/>
      <dgm:spPr/>
      <dgm:t>
        <a:bodyPr/>
        <a:lstStyle/>
        <a:p>
          <a:endParaRPr lang="en-US"/>
        </a:p>
      </dgm:t>
    </dgm:pt>
    <dgm:pt modelId="{3D06AC74-184E-46E5-83FA-A9C288C31B9D}">
      <dgm:prSet/>
      <dgm:spPr/>
      <dgm:t>
        <a:bodyPr/>
        <a:lstStyle/>
        <a:p>
          <a:r>
            <a:rPr lang="en-US"/>
            <a:t>2. Fetch users’ liked movies from DB</a:t>
          </a:r>
        </a:p>
      </dgm:t>
    </dgm:pt>
    <dgm:pt modelId="{9100E9A3-2896-4452-A22C-5643F1F6AB2C}" type="parTrans" cxnId="{28C346DC-1B22-4F5B-AF85-D9C2B0B19D66}">
      <dgm:prSet/>
      <dgm:spPr/>
      <dgm:t>
        <a:bodyPr/>
        <a:lstStyle/>
        <a:p>
          <a:endParaRPr lang="en-US"/>
        </a:p>
      </dgm:t>
    </dgm:pt>
    <dgm:pt modelId="{AEBABC21-6386-4E89-A4A2-C3CDE8090661}" type="sibTrans" cxnId="{28C346DC-1B22-4F5B-AF85-D9C2B0B19D66}">
      <dgm:prSet/>
      <dgm:spPr/>
      <dgm:t>
        <a:bodyPr/>
        <a:lstStyle/>
        <a:p>
          <a:endParaRPr lang="en-US"/>
        </a:p>
      </dgm:t>
    </dgm:pt>
    <dgm:pt modelId="{79DCC88E-0E2A-4BBB-B160-F43C1AFC2B24}">
      <dgm:prSet/>
      <dgm:spPr/>
      <dgm:t>
        <a:bodyPr/>
        <a:lstStyle/>
        <a:p>
          <a:r>
            <a:rPr lang="en-US"/>
            <a:t>3. Converts likes into ratings dataframe</a:t>
          </a:r>
        </a:p>
      </dgm:t>
    </dgm:pt>
    <dgm:pt modelId="{3AD15674-E1D6-4622-8849-AE35D473833A}" type="parTrans" cxnId="{10848FEF-19EB-4654-8562-353B28090D0C}">
      <dgm:prSet/>
      <dgm:spPr/>
      <dgm:t>
        <a:bodyPr/>
        <a:lstStyle/>
        <a:p>
          <a:endParaRPr lang="en-US"/>
        </a:p>
      </dgm:t>
    </dgm:pt>
    <dgm:pt modelId="{FBE096FF-8157-41F7-AB30-B34A309EA1EE}" type="sibTrans" cxnId="{10848FEF-19EB-4654-8562-353B28090D0C}">
      <dgm:prSet/>
      <dgm:spPr/>
      <dgm:t>
        <a:bodyPr/>
        <a:lstStyle/>
        <a:p>
          <a:endParaRPr lang="en-US"/>
        </a:p>
      </dgm:t>
    </dgm:pt>
    <dgm:pt modelId="{71A2C6B6-E57F-461D-861E-83A0AF16ADB4}">
      <dgm:prSet/>
      <dgm:spPr/>
      <dgm:t>
        <a:bodyPr/>
        <a:lstStyle/>
        <a:p>
          <a:r>
            <a:rPr lang="en-US"/>
            <a:t>4. Builds a Surprise Dataset</a:t>
          </a:r>
        </a:p>
      </dgm:t>
    </dgm:pt>
    <dgm:pt modelId="{52C5A687-80E9-4750-90E3-0AF3939CA16E}" type="parTrans" cxnId="{80911D9E-29AB-4604-923C-419D41AFF1C8}">
      <dgm:prSet/>
      <dgm:spPr/>
      <dgm:t>
        <a:bodyPr/>
        <a:lstStyle/>
        <a:p>
          <a:endParaRPr lang="en-US"/>
        </a:p>
      </dgm:t>
    </dgm:pt>
    <dgm:pt modelId="{0E508872-6C6C-4D94-8980-787A54612E94}" type="sibTrans" cxnId="{80911D9E-29AB-4604-923C-419D41AFF1C8}">
      <dgm:prSet/>
      <dgm:spPr/>
      <dgm:t>
        <a:bodyPr/>
        <a:lstStyle/>
        <a:p>
          <a:endParaRPr lang="en-US"/>
        </a:p>
      </dgm:t>
    </dgm:pt>
    <dgm:pt modelId="{546142C2-352F-40D0-A8F5-716CACBE9D9A}">
      <dgm:prSet/>
      <dgm:spPr/>
      <dgm:t>
        <a:bodyPr/>
        <a:lstStyle/>
        <a:p>
          <a:r>
            <a:rPr lang="en-US"/>
            <a:t>5. Train on SVD model (Learns latent vector per user and per movie)</a:t>
          </a:r>
        </a:p>
      </dgm:t>
    </dgm:pt>
    <dgm:pt modelId="{64EDE2B9-2F81-4E32-9E5C-9FE7950D7EF8}" type="parTrans" cxnId="{C08A552E-F1F6-440E-87A8-543F070B203D}">
      <dgm:prSet/>
      <dgm:spPr/>
      <dgm:t>
        <a:bodyPr/>
        <a:lstStyle/>
        <a:p>
          <a:endParaRPr lang="en-US"/>
        </a:p>
      </dgm:t>
    </dgm:pt>
    <dgm:pt modelId="{B887885C-BBB3-404A-82FC-7FC5F4BA4776}" type="sibTrans" cxnId="{C08A552E-F1F6-440E-87A8-543F070B203D}">
      <dgm:prSet/>
      <dgm:spPr/>
      <dgm:t>
        <a:bodyPr/>
        <a:lstStyle/>
        <a:p>
          <a:endParaRPr lang="en-US"/>
        </a:p>
      </dgm:t>
    </dgm:pt>
    <dgm:pt modelId="{119027F8-33B3-4263-9886-E2C535922987}">
      <dgm:prSet/>
      <dgm:spPr/>
      <dgm:t>
        <a:bodyPr/>
        <a:lstStyle/>
        <a:p>
          <a:r>
            <a:rPr lang="en-US"/>
            <a:t>6. Fetch Thousands of movies from TMDB</a:t>
          </a:r>
        </a:p>
      </dgm:t>
    </dgm:pt>
    <dgm:pt modelId="{44F7AA07-9213-4266-A9F8-263B7C8A1C92}" type="parTrans" cxnId="{FD860FCA-E600-494B-BAF4-582EE1770F9E}">
      <dgm:prSet/>
      <dgm:spPr/>
      <dgm:t>
        <a:bodyPr/>
        <a:lstStyle/>
        <a:p>
          <a:endParaRPr lang="en-US"/>
        </a:p>
      </dgm:t>
    </dgm:pt>
    <dgm:pt modelId="{E7EA5FB3-93D7-4FD1-AB1B-C589A572A7E8}" type="sibTrans" cxnId="{FD860FCA-E600-494B-BAF4-582EE1770F9E}">
      <dgm:prSet/>
      <dgm:spPr/>
      <dgm:t>
        <a:bodyPr/>
        <a:lstStyle/>
        <a:p>
          <a:endParaRPr lang="en-US"/>
        </a:p>
      </dgm:t>
    </dgm:pt>
    <dgm:pt modelId="{860EEE9F-48FA-4B79-80E7-4D318C6F5FC1}">
      <dgm:prSet/>
      <dgm:spPr/>
      <dgm:t>
        <a:bodyPr/>
        <a:lstStyle/>
        <a:p>
          <a:r>
            <a:rPr lang="en-US"/>
            <a:t>7. Build clean TMDB movie log</a:t>
          </a:r>
        </a:p>
      </dgm:t>
    </dgm:pt>
    <dgm:pt modelId="{B0EEED33-8C0E-4DA7-9514-E7BD7BE12EA7}" type="parTrans" cxnId="{4D788771-6984-455E-96D9-64C6A84A697F}">
      <dgm:prSet/>
      <dgm:spPr/>
      <dgm:t>
        <a:bodyPr/>
        <a:lstStyle/>
        <a:p>
          <a:endParaRPr lang="en-US"/>
        </a:p>
      </dgm:t>
    </dgm:pt>
    <dgm:pt modelId="{3C46767C-CD5F-4BE9-BC21-E03C13D97EE5}" type="sibTrans" cxnId="{4D788771-6984-455E-96D9-64C6A84A697F}">
      <dgm:prSet/>
      <dgm:spPr/>
      <dgm:t>
        <a:bodyPr/>
        <a:lstStyle/>
        <a:p>
          <a:endParaRPr lang="en-US"/>
        </a:p>
      </dgm:t>
    </dgm:pt>
    <dgm:pt modelId="{BEFA47A1-9878-4871-BD2C-21BF353CA539}">
      <dgm:prSet/>
      <dgm:spPr/>
      <dgm:t>
        <a:bodyPr/>
        <a:lstStyle/>
        <a:p>
          <a:r>
            <a:rPr lang="en-US"/>
            <a:t>8. Extract users’ favorite genres</a:t>
          </a:r>
        </a:p>
      </dgm:t>
    </dgm:pt>
    <dgm:pt modelId="{1887D4E2-168B-4D74-A835-330CA9304F56}" type="parTrans" cxnId="{A079E98A-1525-4524-866B-EA6DE3CEA1B4}">
      <dgm:prSet/>
      <dgm:spPr/>
      <dgm:t>
        <a:bodyPr/>
        <a:lstStyle/>
        <a:p>
          <a:endParaRPr lang="en-US"/>
        </a:p>
      </dgm:t>
    </dgm:pt>
    <dgm:pt modelId="{8FFCD03A-4F25-4458-AFB7-659290535718}" type="sibTrans" cxnId="{A079E98A-1525-4524-866B-EA6DE3CEA1B4}">
      <dgm:prSet/>
      <dgm:spPr/>
      <dgm:t>
        <a:bodyPr/>
        <a:lstStyle/>
        <a:p>
          <a:endParaRPr lang="en-US"/>
        </a:p>
      </dgm:t>
    </dgm:pt>
    <dgm:pt modelId="{2684ACDA-F483-4CD5-A62F-0EE4489AFB71}">
      <dgm:prSet/>
      <dgm:spPr/>
      <dgm:t>
        <a:bodyPr/>
        <a:lstStyle/>
        <a:p>
          <a:r>
            <a:rPr lang="en-US"/>
            <a:t>9. Score every movie for every user</a:t>
          </a:r>
        </a:p>
      </dgm:t>
    </dgm:pt>
    <dgm:pt modelId="{0FF654EE-9170-4D29-8394-BEFF069461B7}" type="parTrans" cxnId="{8F696530-A455-439E-B9AA-42A0A00F5C9B}">
      <dgm:prSet/>
      <dgm:spPr/>
      <dgm:t>
        <a:bodyPr/>
        <a:lstStyle/>
        <a:p>
          <a:endParaRPr lang="en-US"/>
        </a:p>
      </dgm:t>
    </dgm:pt>
    <dgm:pt modelId="{E1582C40-D4D5-42D2-AB53-A45413C44952}" type="sibTrans" cxnId="{8F696530-A455-439E-B9AA-42A0A00F5C9B}">
      <dgm:prSet/>
      <dgm:spPr/>
      <dgm:t>
        <a:bodyPr/>
        <a:lstStyle/>
        <a:p>
          <a:endParaRPr lang="en-US"/>
        </a:p>
      </dgm:t>
    </dgm:pt>
    <dgm:pt modelId="{E5D08BEE-6AF8-409C-ACF9-DE9CBC7003E5}">
      <dgm:prSet/>
      <dgm:spPr/>
      <dgm:t>
        <a:bodyPr/>
        <a:lstStyle/>
        <a:p>
          <a:r>
            <a:rPr lang="en-US"/>
            <a:t>10. Pick top 20 movies for each user</a:t>
          </a:r>
        </a:p>
      </dgm:t>
    </dgm:pt>
    <dgm:pt modelId="{02D7E31A-2F6B-4719-9303-993E0E227826}" type="parTrans" cxnId="{09172282-C5B1-4B49-B7B2-3A9A727CE39D}">
      <dgm:prSet/>
      <dgm:spPr/>
      <dgm:t>
        <a:bodyPr/>
        <a:lstStyle/>
        <a:p>
          <a:endParaRPr lang="en-US"/>
        </a:p>
      </dgm:t>
    </dgm:pt>
    <dgm:pt modelId="{5C8E77B0-D03E-4570-ACA2-2DBD2EA9C9D9}" type="sibTrans" cxnId="{09172282-C5B1-4B49-B7B2-3A9A727CE39D}">
      <dgm:prSet/>
      <dgm:spPr/>
      <dgm:t>
        <a:bodyPr/>
        <a:lstStyle/>
        <a:p>
          <a:endParaRPr lang="en-US"/>
        </a:p>
      </dgm:t>
    </dgm:pt>
    <dgm:pt modelId="{34653FBB-0109-4B8F-AE7D-93970DEA8737}">
      <dgm:prSet/>
      <dgm:spPr/>
      <dgm:t>
        <a:bodyPr/>
        <a:lstStyle/>
        <a:p>
          <a:r>
            <a:rPr lang="en-US"/>
            <a:t>11. Deduplicates </a:t>
          </a:r>
        </a:p>
      </dgm:t>
    </dgm:pt>
    <dgm:pt modelId="{BFE0D709-71F4-465E-A4B4-383B5FFBAB02}" type="parTrans" cxnId="{0F19FD31-75C3-4D42-8A0E-80C79B74CFDB}">
      <dgm:prSet/>
      <dgm:spPr/>
      <dgm:t>
        <a:bodyPr/>
        <a:lstStyle/>
        <a:p>
          <a:endParaRPr lang="en-US"/>
        </a:p>
      </dgm:t>
    </dgm:pt>
    <dgm:pt modelId="{A97A7B2C-ACC9-4AFC-92AD-43B1BEF7EF5B}" type="sibTrans" cxnId="{0F19FD31-75C3-4D42-8A0E-80C79B74CFDB}">
      <dgm:prSet/>
      <dgm:spPr/>
      <dgm:t>
        <a:bodyPr/>
        <a:lstStyle/>
        <a:p>
          <a:endParaRPr lang="en-US"/>
        </a:p>
      </dgm:t>
    </dgm:pt>
    <dgm:pt modelId="{C5BB2273-90B2-44E7-A61B-2AA515501F9E}">
      <dgm:prSet/>
      <dgm:spPr/>
      <dgm:t>
        <a:bodyPr/>
        <a:lstStyle/>
        <a:p>
          <a:r>
            <a:rPr lang="en-US"/>
            <a:t>12. Deletes Old Recommendations </a:t>
          </a:r>
        </a:p>
      </dgm:t>
    </dgm:pt>
    <dgm:pt modelId="{575BFA81-A68C-4A44-BEA7-6046C4251136}" type="parTrans" cxnId="{011819D4-0834-4D72-8874-D86E23CDF9F1}">
      <dgm:prSet/>
      <dgm:spPr/>
      <dgm:t>
        <a:bodyPr/>
        <a:lstStyle/>
        <a:p>
          <a:endParaRPr lang="en-US"/>
        </a:p>
      </dgm:t>
    </dgm:pt>
    <dgm:pt modelId="{4607BBDB-9C00-435A-9360-2E191556060C}" type="sibTrans" cxnId="{011819D4-0834-4D72-8874-D86E23CDF9F1}">
      <dgm:prSet/>
      <dgm:spPr/>
      <dgm:t>
        <a:bodyPr/>
        <a:lstStyle/>
        <a:p>
          <a:endParaRPr lang="en-US"/>
        </a:p>
      </dgm:t>
    </dgm:pt>
    <dgm:pt modelId="{12581B9C-8BF4-45DD-B669-EF0A32AAB690}">
      <dgm:prSet/>
      <dgm:spPr/>
      <dgm:t>
        <a:bodyPr/>
        <a:lstStyle/>
        <a:p>
          <a:r>
            <a:rPr lang="en-US"/>
            <a:t>13. Upload New Recommendations	</a:t>
          </a:r>
        </a:p>
      </dgm:t>
    </dgm:pt>
    <dgm:pt modelId="{93FAE9F9-5D95-4876-936F-52E3F43D721F}" type="parTrans" cxnId="{949C65AF-248F-4A31-BA3B-95C84D226726}">
      <dgm:prSet/>
      <dgm:spPr/>
      <dgm:t>
        <a:bodyPr/>
        <a:lstStyle/>
        <a:p>
          <a:endParaRPr lang="en-US"/>
        </a:p>
      </dgm:t>
    </dgm:pt>
    <dgm:pt modelId="{B2C193C7-1B74-4903-8809-7CACC6635713}" type="sibTrans" cxnId="{949C65AF-248F-4A31-BA3B-95C84D226726}">
      <dgm:prSet/>
      <dgm:spPr/>
      <dgm:t>
        <a:bodyPr/>
        <a:lstStyle/>
        <a:p>
          <a:endParaRPr lang="en-US"/>
        </a:p>
      </dgm:t>
    </dgm:pt>
    <dgm:pt modelId="{FCA7000F-FC00-4B1D-A486-C81A03167018}" type="pres">
      <dgm:prSet presAssocID="{F8E22C6A-C9C8-47A2-B427-45C7C3096D5F}" presName="Name0" presStyleCnt="0">
        <dgm:presLayoutVars>
          <dgm:dir/>
          <dgm:resizeHandles val="exact"/>
        </dgm:presLayoutVars>
      </dgm:prSet>
      <dgm:spPr/>
    </dgm:pt>
    <dgm:pt modelId="{D7DF8E58-B28E-48AE-8EDE-43809AD534A5}" type="pres">
      <dgm:prSet presAssocID="{7A2CEF69-6518-4E0D-9C51-C55ED50E65D5}" presName="node" presStyleLbl="node1" presStyleIdx="0" presStyleCnt="13">
        <dgm:presLayoutVars>
          <dgm:bulletEnabled val="1"/>
        </dgm:presLayoutVars>
      </dgm:prSet>
      <dgm:spPr/>
    </dgm:pt>
    <dgm:pt modelId="{86715622-F548-426D-82F9-ED5B66B9AFB5}" type="pres">
      <dgm:prSet presAssocID="{DE8467D8-281F-4757-8425-16660D1CF697}" presName="sibTrans" presStyleLbl="sibTrans1D1" presStyleIdx="0" presStyleCnt="12"/>
      <dgm:spPr/>
    </dgm:pt>
    <dgm:pt modelId="{7C7ED0D8-2630-44F1-9553-2DA72971335C}" type="pres">
      <dgm:prSet presAssocID="{DE8467D8-281F-4757-8425-16660D1CF697}" presName="connectorText" presStyleLbl="sibTrans1D1" presStyleIdx="0" presStyleCnt="12"/>
      <dgm:spPr/>
    </dgm:pt>
    <dgm:pt modelId="{C066B87A-F97D-411F-A9C7-F085E6977524}" type="pres">
      <dgm:prSet presAssocID="{3D06AC74-184E-46E5-83FA-A9C288C31B9D}" presName="node" presStyleLbl="node1" presStyleIdx="1" presStyleCnt="13">
        <dgm:presLayoutVars>
          <dgm:bulletEnabled val="1"/>
        </dgm:presLayoutVars>
      </dgm:prSet>
      <dgm:spPr/>
    </dgm:pt>
    <dgm:pt modelId="{D39FBA9B-907B-4245-95E9-AE3A7A52EACE}" type="pres">
      <dgm:prSet presAssocID="{AEBABC21-6386-4E89-A4A2-C3CDE8090661}" presName="sibTrans" presStyleLbl="sibTrans1D1" presStyleIdx="1" presStyleCnt="12"/>
      <dgm:spPr/>
    </dgm:pt>
    <dgm:pt modelId="{91F00401-AAF8-4223-92CB-EA438C883E1C}" type="pres">
      <dgm:prSet presAssocID="{AEBABC21-6386-4E89-A4A2-C3CDE8090661}" presName="connectorText" presStyleLbl="sibTrans1D1" presStyleIdx="1" presStyleCnt="12"/>
      <dgm:spPr/>
    </dgm:pt>
    <dgm:pt modelId="{77C113B5-8CE5-4006-AE42-0B67E815ADBE}" type="pres">
      <dgm:prSet presAssocID="{79DCC88E-0E2A-4BBB-B160-F43C1AFC2B24}" presName="node" presStyleLbl="node1" presStyleIdx="2" presStyleCnt="13">
        <dgm:presLayoutVars>
          <dgm:bulletEnabled val="1"/>
        </dgm:presLayoutVars>
      </dgm:prSet>
      <dgm:spPr/>
    </dgm:pt>
    <dgm:pt modelId="{E5149BE9-6A44-4156-BB09-140740610FF4}" type="pres">
      <dgm:prSet presAssocID="{FBE096FF-8157-41F7-AB30-B34A309EA1EE}" presName="sibTrans" presStyleLbl="sibTrans1D1" presStyleIdx="2" presStyleCnt="12"/>
      <dgm:spPr/>
    </dgm:pt>
    <dgm:pt modelId="{8653FD17-31F3-442A-AE5D-1E626BF4A810}" type="pres">
      <dgm:prSet presAssocID="{FBE096FF-8157-41F7-AB30-B34A309EA1EE}" presName="connectorText" presStyleLbl="sibTrans1D1" presStyleIdx="2" presStyleCnt="12"/>
      <dgm:spPr/>
    </dgm:pt>
    <dgm:pt modelId="{6C3256C9-5F83-4A56-AAEA-C2F5C275F1DE}" type="pres">
      <dgm:prSet presAssocID="{71A2C6B6-E57F-461D-861E-83A0AF16ADB4}" presName="node" presStyleLbl="node1" presStyleIdx="3" presStyleCnt="13">
        <dgm:presLayoutVars>
          <dgm:bulletEnabled val="1"/>
        </dgm:presLayoutVars>
      </dgm:prSet>
      <dgm:spPr/>
    </dgm:pt>
    <dgm:pt modelId="{F451BCE3-8004-47EB-BC4D-5B8188B4EF9F}" type="pres">
      <dgm:prSet presAssocID="{0E508872-6C6C-4D94-8980-787A54612E94}" presName="sibTrans" presStyleLbl="sibTrans1D1" presStyleIdx="3" presStyleCnt="12"/>
      <dgm:spPr/>
    </dgm:pt>
    <dgm:pt modelId="{88BDF53E-1775-4B86-B54F-13E160B1FECF}" type="pres">
      <dgm:prSet presAssocID="{0E508872-6C6C-4D94-8980-787A54612E94}" presName="connectorText" presStyleLbl="sibTrans1D1" presStyleIdx="3" presStyleCnt="12"/>
      <dgm:spPr/>
    </dgm:pt>
    <dgm:pt modelId="{68F60B56-F10F-4AEA-9B7D-9180A1FEF1B0}" type="pres">
      <dgm:prSet presAssocID="{546142C2-352F-40D0-A8F5-716CACBE9D9A}" presName="node" presStyleLbl="node1" presStyleIdx="4" presStyleCnt="13">
        <dgm:presLayoutVars>
          <dgm:bulletEnabled val="1"/>
        </dgm:presLayoutVars>
      </dgm:prSet>
      <dgm:spPr/>
    </dgm:pt>
    <dgm:pt modelId="{73CF96D0-2756-4533-BE27-69E27177E792}" type="pres">
      <dgm:prSet presAssocID="{B887885C-BBB3-404A-82FC-7FC5F4BA4776}" presName="sibTrans" presStyleLbl="sibTrans1D1" presStyleIdx="4" presStyleCnt="12"/>
      <dgm:spPr/>
    </dgm:pt>
    <dgm:pt modelId="{2E2C8801-1DB1-42C0-AE7B-63061824684C}" type="pres">
      <dgm:prSet presAssocID="{B887885C-BBB3-404A-82FC-7FC5F4BA4776}" presName="connectorText" presStyleLbl="sibTrans1D1" presStyleIdx="4" presStyleCnt="12"/>
      <dgm:spPr/>
    </dgm:pt>
    <dgm:pt modelId="{674E8386-7531-4DEF-AF74-A2E8D9F6459B}" type="pres">
      <dgm:prSet presAssocID="{119027F8-33B3-4263-9886-E2C535922987}" presName="node" presStyleLbl="node1" presStyleIdx="5" presStyleCnt="13">
        <dgm:presLayoutVars>
          <dgm:bulletEnabled val="1"/>
        </dgm:presLayoutVars>
      </dgm:prSet>
      <dgm:spPr/>
    </dgm:pt>
    <dgm:pt modelId="{9661F8C2-1D4B-4298-9CF6-54B7D9343BED}" type="pres">
      <dgm:prSet presAssocID="{E7EA5FB3-93D7-4FD1-AB1B-C589A572A7E8}" presName="sibTrans" presStyleLbl="sibTrans1D1" presStyleIdx="5" presStyleCnt="12"/>
      <dgm:spPr/>
    </dgm:pt>
    <dgm:pt modelId="{C0A090CA-D617-4464-8DAE-A0A54A33BA00}" type="pres">
      <dgm:prSet presAssocID="{E7EA5FB3-93D7-4FD1-AB1B-C589A572A7E8}" presName="connectorText" presStyleLbl="sibTrans1D1" presStyleIdx="5" presStyleCnt="12"/>
      <dgm:spPr/>
    </dgm:pt>
    <dgm:pt modelId="{4DED9C11-7511-4901-8883-558DF4E23713}" type="pres">
      <dgm:prSet presAssocID="{860EEE9F-48FA-4B79-80E7-4D318C6F5FC1}" presName="node" presStyleLbl="node1" presStyleIdx="6" presStyleCnt="13">
        <dgm:presLayoutVars>
          <dgm:bulletEnabled val="1"/>
        </dgm:presLayoutVars>
      </dgm:prSet>
      <dgm:spPr/>
    </dgm:pt>
    <dgm:pt modelId="{0DAB35E9-6FCC-4BB1-AF03-C086B1E5ED01}" type="pres">
      <dgm:prSet presAssocID="{3C46767C-CD5F-4BE9-BC21-E03C13D97EE5}" presName="sibTrans" presStyleLbl="sibTrans1D1" presStyleIdx="6" presStyleCnt="12"/>
      <dgm:spPr/>
    </dgm:pt>
    <dgm:pt modelId="{948A8282-837F-4716-BA9F-3EDF1B5E6C37}" type="pres">
      <dgm:prSet presAssocID="{3C46767C-CD5F-4BE9-BC21-E03C13D97EE5}" presName="connectorText" presStyleLbl="sibTrans1D1" presStyleIdx="6" presStyleCnt="12"/>
      <dgm:spPr/>
    </dgm:pt>
    <dgm:pt modelId="{1F1165B4-40C9-4E94-B327-FE91EB0D42DF}" type="pres">
      <dgm:prSet presAssocID="{BEFA47A1-9878-4871-BD2C-21BF353CA539}" presName="node" presStyleLbl="node1" presStyleIdx="7" presStyleCnt="13">
        <dgm:presLayoutVars>
          <dgm:bulletEnabled val="1"/>
        </dgm:presLayoutVars>
      </dgm:prSet>
      <dgm:spPr/>
    </dgm:pt>
    <dgm:pt modelId="{65AE6DB5-3586-4222-A83D-88B4DEE9666D}" type="pres">
      <dgm:prSet presAssocID="{8FFCD03A-4F25-4458-AFB7-659290535718}" presName="sibTrans" presStyleLbl="sibTrans1D1" presStyleIdx="7" presStyleCnt="12"/>
      <dgm:spPr/>
    </dgm:pt>
    <dgm:pt modelId="{3729EA6F-3E70-4543-A9A3-57E04B1B7717}" type="pres">
      <dgm:prSet presAssocID="{8FFCD03A-4F25-4458-AFB7-659290535718}" presName="connectorText" presStyleLbl="sibTrans1D1" presStyleIdx="7" presStyleCnt="12"/>
      <dgm:spPr/>
    </dgm:pt>
    <dgm:pt modelId="{6C63BE91-BF0B-42D5-8A91-FF9ED2135163}" type="pres">
      <dgm:prSet presAssocID="{2684ACDA-F483-4CD5-A62F-0EE4489AFB71}" presName="node" presStyleLbl="node1" presStyleIdx="8" presStyleCnt="13">
        <dgm:presLayoutVars>
          <dgm:bulletEnabled val="1"/>
        </dgm:presLayoutVars>
      </dgm:prSet>
      <dgm:spPr/>
    </dgm:pt>
    <dgm:pt modelId="{4F6EFD62-B3BC-4DDF-94E3-33F4BCE00D80}" type="pres">
      <dgm:prSet presAssocID="{E1582C40-D4D5-42D2-AB53-A45413C44952}" presName="sibTrans" presStyleLbl="sibTrans1D1" presStyleIdx="8" presStyleCnt="12"/>
      <dgm:spPr/>
    </dgm:pt>
    <dgm:pt modelId="{16CB125E-0632-4441-8931-B7DC5E4589CB}" type="pres">
      <dgm:prSet presAssocID="{E1582C40-D4D5-42D2-AB53-A45413C44952}" presName="connectorText" presStyleLbl="sibTrans1D1" presStyleIdx="8" presStyleCnt="12"/>
      <dgm:spPr/>
    </dgm:pt>
    <dgm:pt modelId="{F01BB4D2-0BF5-451C-AC31-53D4E725F808}" type="pres">
      <dgm:prSet presAssocID="{E5D08BEE-6AF8-409C-ACF9-DE9CBC7003E5}" presName="node" presStyleLbl="node1" presStyleIdx="9" presStyleCnt="13">
        <dgm:presLayoutVars>
          <dgm:bulletEnabled val="1"/>
        </dgm:presLayoutVars>
      </dgm:prSet>
      <dgm:spPr/>
    </dgm:pt>
    <dgm:pt modelId="{BBE02DAB-D1F9-4641-936D-63436E1E507C}" type="pres">
      <dgm:prSet presAssocID="{5C8E77B0-D03E-4570-ACA2-2DBD2EA9C9D9}" presName="sibTrans" presStyleLbl="sibTrans1D1" presStyleIdx="9" presStyleCnt="12"/>
      <dgm:spPr/>
    </dgm:pt>
    <dgm:pt modelId="{986F28D3-838E-4777-B244-6D2211A7EBB4}" type="pres">
      <dgm:prSet presAssocID="{5C8E77B0-D03E-4570-ACA2-2DBD2EA9C9D9}" presName="connectorText" presStyleLbl="sibTrans1D1" presStyleIdx="9" presStyleCnt="12"/>
      <dgm:spPr/>
    </dgm:pt>
    <dgm:pt modelId="{987C36A5-0F75-4CBA-BA10-64B4515FA4FA}" type="pres">
      <dgm:prSet presAssocID="{34653FBB-0109-4B8F-AE7D-93970DEA8737}" presName="node" presStyleLbl="node1" presStyleIdx="10" presStyleCnt="13">
        <dgm:presLayoutVars>
          <dgm:bulletEnabled val="1"/>
        </dgm:presLayoutVars>
      </dgm:prSet>
      <dgm:spPr/>
    </dgm:pt>
    <dgm:pt modelId="{E5ACCE7F-A451-45A5-96F5-993C572E4346}" type="pres">
      <dgm:prSet presAssocID="{A97A7B2C-ACC9-4AFC-92AD-43B1BEF7EF5B}" presName="sibTrans" presStyleLbl="sibTrans1D1" presStyleIdx="10" presStyleCnt="12"/>
      <dgm:spPr/>
    </dgm:pt>
    <dgm:pt modelId="{42769486-9116-431A-8E80-17222BCEBDC6}" type="pres">
      <dgm:prSet presAssocID="{A97A7B2C-ACC9-4AFC-92AD-43B1BEF7EF5B}" presName="connectorText" presStyleLbl="sibTrans1D1" presStyleIdx="10" presStyleCnt="12"/>
      <dgm:spPr/>
    </dgm:pt>
    <dgm:pt modelId="{030110C8-A2E1-41CD-B514-CFDB79A72A12}" type="pres">
      <dgm:prSet presAssocID="{C5BB2273-90B2-44E7-A61B-2AA515501F9E}" presName="node" presStyleLbl="node1" presStyleIdx="11" presStyleCnt="13">
        <dgm:presLayoutVars>
          <dgm:bulletEnabled val="1"/>
        </dgm:presLayoutVars>
      </dgm:prSet>
      <dgm:spPr/>
    </dgm:pt>
    <dgm:pt modelId="{BB6A85CF-4F16-4B32-B85D-5567512F96B4}" type="pres">
      <dgm:prSet presAssocID="{4607BBDB-9C00-435A-9360-2E191556060C}" presName="sibTrans" presStyleLbl="sibTrans1D1" presStyleIdx="11" presStyleCnt="12"/>
      <dgm:spPr/>
    </dgm:pt>
    <dgm:pt modelId="{8BC62A3E-71AE-49DA-8F18-9ED81A7740EC}" type="pres">
      <dgm:prSet presAssocID="{4607BBDB-9C00-435A-9360-2E191556060C}" presName="connectorText" presStyleLbl="sibTrans1D1" presStyleIdx="11" presStyleCnt="12"/>
      <dgm:spPr/>
    </dgm:pt>
    <dgm:pt modelId="{3B493890-0A18-45B9-AECC-23E507584C8E}" type="pres">
      <dgm:prSet presAssocID="{12581B9C-8BF4-45DD-B669-EF0A32AAB690}" presName="node" presStyleLbl="node1" presStyleIdx="12" presStyleCnt="13">
        <dgm:presLayoutVars>
          <dgm:bulletEnabled val="1"/>
        </dgm:presLayoutVars>
      </dgm:prSet>
      <dgm:spPr/>
    </dgm:pt>
  </dgm:ptLst>
  <dgm:cxnLst>
    <dgm:cxn modelId="{2A1D770D-21F5-49AD-8BE9-A00C91C34CF7}" type="presOf" srcId="{5C8E77B0-D03E-4570-ACA2-2DBD2EA9C9D9}" destId="{986F28D3-838E-4777-B244-6D2211A7EBB4}" srcOrd="1" destOrd="0" presId="urn:microsoft.com/office/officeart/2016/7/layout/RepeatingBendingProcessNew"/>
    <dgm:cxn modelId="{F13E0C0E-401A-4C70-9E04-208DCC60D9F2}" type="presOf" srcId="{34653FBB-0109-4B8F-AE7D-93970DEA8737}" destId="{987C36A5-0F75-4CBA-BA10-64B4515FA4FA}" srcOrd="0" destOrd="0" presId="urn:microsoft.com/office/officeart/2016/7/layout/RepeatingBendingProcessNew"/>
    <dgm:cxn modelId="{8196BE0F-13C1-42D1-BC06-AD2D470C223E}" type="presOf" srcId="{0E508872-6C6C-4D94-8980-787A54612E94}" destId="{88BDF53E-1775-4B86-B54F-13E160B1FECF}" srcOrd="1" destOrd="0" presId="urn:microsoft.com/office/officeart/2016/7/layout/RepeatingBendingProcessNew"/>
    <dgm:cxn modelId="{85056411-F449-492C-8DC7-2671C01B7DDD}" type="presOf" srcId="{546142C2-352F-40D0-A8F5-716CACBE9D9A}" destId="{68F60B56-F10F-4AEA-9B7D-9180A1FEF1B0}" srcOrd="0" destOrd="0" presId="urn:microsoft.com/office/officeart/2016/7/layout/RepeatingBendingProcessNew"/>
    <dgm:cxn modelId="{9415D913-D438-4FD4-A340-368E71AF5743}" type="presOf" srcId="{B887885C-BBB3-404A-82FC-7FC5F4BA4776}" destId="{73CF96D0-2756-4533-BE27-69E27177E792}" srcOrd="0" destOrd="0" presId="urn:microsoft.com/office/officeart/2016/7/layout/RepeatingBendingProcessNew"/>
    <dgm:cxn modelId="{AA552719-BE00-4D1B-B6BC-0326846336CC}" type="presOf" srcId="{2684ACDA-F483-4CD5-A62F-0EE4489AFB71}" destId="{6C63BE91-BF0B-42D5-8A91-FF9ED2135163}" srcOrd="0" destOrd="0" presId="urn:microsoft.com/office/officeart/2016/7/layout/RepeatingBendingProcessNew"/>
    <dgm:cxn modelId="{B44BCB19-C147-4600-8934-71974FDE9B25}" type="presOf" srcId="{5C8E77B0-D03E-4570-ACA2-2DBD2EA9C9D9}" destId="{BBE02DAB-D1F9-4641-936D-63436E1E507C}" srcOrd="0" destOrd="0" presId="urn:microsoft.com/office/officeart/2016/7/layout/RepeatingBendingProcessNew"/>
    <dgm:cxn modelId="{AF71D71B-591E-4A68-BC76-BC16D7656B40}" type="presOf" srcId="{FBE096FF-8157-41F7-AB30-B34A309EA1EE}" destId="{E5149BE9-6A44-4156-BB09-140740610FF4}" srcOrd="0" destOrd="0" presId="urn:microsoft.com/office/officeart/2016/7/layout/RepeatingBendingProcessNew"/>
    <dgm:cxn modelId="{6F10681E-7DD2-4456-B9D0-3992207D1F78}" type="presOf" srcId="{A97A7B2C-ACC9-4AFC-92AD-43B1BEF7EF5B}" destId="{E5ACCE7F-A451-45A5-96F5-993C572E4346}" srcOrd="0" destOrd="0" presId="urn:microsoft.com/office/officeart/2016/7/layout/RepeatingBendingProcessNew"/>
    <dgm:cxn modelId="{BEC52A27-49BC-4590-847E-81F3FE5F69FD}" type="presOf" srcId="{B887885C-BBB3-404A-82FC-7FC5F4BA4776}" destId="{2E2C8801-1DB1-42C0-AE7B-63061824684C}" srcOrd="1" destOrd="0" presId="urn:microsoft.com/office/officeart/2016/7/layout/RepeatingBendingProcessNew"/>
    <dgm:cxn modelId="{CB51802D-DB22-4A0F-B5A6-E12CF8C6B5BB}" type="presOf" srcId="{AEBABC21-6386-4E89-A4A2-C3CDE8090661}" destId="{91F00401-AAF8-4223-92CB-EA438C883E1C}" srcOrd="1" destOrd="0" presId="urn:microsoft.com/office/officeart/2016/7/layout/RepeatingBendingProcessNew"/>
    <dgm:cxn modelId="{C08A552E-F1F6-440E-87A8-543F070B203D}" srcId="{F8E22C6A-C9C8-47A2-B427-45C7C3096D5F}" destId="{546142C2-352F-40D0-A8F5-716CACBE9D9A}" srcOrd="4" destOrd="0" parTransId="{64EDE2B9-2F81-4E32-9E5C-9FE7950D7EF8}" sibTransId="{B887885C-BBB3-404A-82FC-7FC5F4BA4776}"/>
    <dgm:cxn modelId="{8F696530-A455-439E-B9AA-42A0A00F5C9B}" srcId="{F8E22C6A-C9C8-47A2-B427-45C7C3096D5F}" destId="{2684ACDA-F483-4CD5-A62F-0EE4489AFB71}" srcOrd="8" destOrd="0" parTransId="{0FF654EE-9170-4D29-8394-BEFF069461B7}" sibTransId="{E1582C40-D4D5-42D2-AB53-A45413C44952}"/>
    <dgm:cxn modelId="{0F19FD31-75C3-4D42-8A0E-80C79B74CFDB}" srcId="{F8E22C6A-C9C8-47A2-B427-45C7C3096D5F}" destId="{34653FBB-0109-4B8F-AE7D-93970DEA8737}" srcOrd="10" destOrd="0" parTransId="{BFE0D709-71F4-465E-A4B4-383B5FFBAB02}" sibTransId="{A97A7B2C-ACC9-4AFC-92AD-43B1BEF7EF5B}"/>
    <dgm:cxn modelId="{6EB4873B-16BD-4125-8082-04C6557C0332}" type="presOf" srcId="{0E508872-6C6C-4D94-8980-787A54612E94}" destId="{F451BCE3-8004-47EB-BC4D-5B8188B4EF9F}" srcOrd="0" destOrd="0" presId="urn:microsoft.com/office/officeart/2016/7/layout/RepeatingBendingProcessNew"/>
    <dgm:cxn modelId="{675D4961-5610-4027-8AC4-3087FCC5A4E4}" type="presOf" srcId="{DE8467D8-281F-4757-8425-16660D1CF697}" destId="{86715622-F548-426D-82F9-ED5B66B9AFB5}" srcOrd="0" destOrd="0" presId="urn:microsoft.com/office/officeart/2016/7/layout/RepeatingBendingProcessNew"/>
    <dgm:cxn modelId="{96C74468-6722-45A4-9C41-FF7D2E1F7638}" type="presOf" srcId="{E7EA5FB3-93D7-4FD1-AB1B-C589A572A7E8}" destId="{9661F8C2-1D4B-4298-9CF6-54B7D9343BED}" srcOrd="0" destOrd="0" presId="urn:microsoft.com/office/officeart/2016/7/layout/RepeatingBendingProcessNew"/>
    <dgm:cxn modelId="{E27FDA69-5A5E-4934-AE31-B65A7343ECB9}" srcId="{F8E22C6A-C9C8-47A2-B427-45C7C3096D5F}" destId="{7A2CEF69-6518-4E0D-9C51-C55ED50E65D5}" srcOrd="0" destOrd="0" parTransId="{AFD6BA1D-A22E-4E1C-9236-D403BC90564A}" sibTransId="{DE8467D8-281F-4757-8425-16660D1CF697}"/>
    <dgm:cxn modelId="{1DDA4A6D-A073-40C6-A429-108CC4CA9273}" type="presOf" srcId="{E1582C40-D4D5-42D2-AB53-A45413C44952}" destId="{16CB125E-0632-4441-8931-B7DC5E4589CB}" srcOrd="1" destOrd="0" presId="urn:microsoft.com/office/officeart/2016/7/layout/RepeatingBendingProcessNew"/>
    <dgm:cxn modelId="{4D788771-6984-455E-96D9-64C6A84A697F}" srcId="{F8E22C6A-C9C8-47A2-B427-45C7C3096D5F}" destId="{860EEE9F-48FA-4B79-80E7-4D318C6F5FC1}" srcOrd="6" destOrd="0" parTransId="{B0EEED33-8C0E-4DA7-9514-E7BD7BE12EA7}" sibTransId="{3C46767C-CD5F-4BE9-BC21-E03C13D97EE5}"/>
    <dgm:cxn modelId="{95481A7A-39D6-4F9F-A76D-EBEADFB261FA}" type="presOf" srcId="{8FFCD03A-4F25-4458-AFB7-659290535718}" destId="{3729EA6F-3E70-4543-A9A3-57E04B1B7717}" srcOrd="1" destOrd="0" presId="urn:microsoft.com/office/officeart/2016/7/layout/RepeatingBendingProcessNew"/>
    <dgm:cxn modelId="{94BA245A-533E-405A-8F7E-11C5D7A5ECD8}" type="presOf" srcId="{3C46767C-CD5F-4BE9-BC21-E03C13D97EE5}" destId="{0DAB35E9-6FCC-4BB1-AF03-C086B1E5ED01}" srcOrd="0" destOrd="0" presId="urn:microsoft.com/office/officeart/2016/7/layout/RepeatingBendingProcessNew"/>
    <dgm:cxn modelId="{F767ED7C-6F2A-4319-9636-0DDDC270FE52}" type="presOf" srcId="{E5D08BEE-6AF8-409C-ACF9-DE9CBC7003E5}" destId="{F01BB4D2-0BF5-451C-AC31-53D4E725F808}" srcOrd="0" destOrd="0" presId="urn:microsoft.com/office/officeart/2016/7/layout/RepeatingBendingProcessNew"/>
    <dgm:cxn modelId="{09172282-C5B1-4B49-B7B2-3A9A727CE39D}" srcId="{F8E22C6A-C9C8-47A2-B427-45C7C3096D5F}" destId="{E5D08BEE-6AF8-409C-ACF9-DE9CBC7003E5}" srcOrd="9" destOrd="0" parTransId="{02D7E31A-2F6B-4719-9303-993E0E227826}" sibTransId="{5C8E77B0-D03E-4570-ACA2-2DBD2EA9C9D9}"/>
    <dgm:cxn modelId="{B5241585-7BD5-44BB-8436-927D7FB1C972}" type="presOf" srcId="{3C46767C-CD5F-4BE9-BC21-E03C13D97EE5}" destId="{948A8282-837F-4716-BA9F-3EDF1B5E6C37}" srcOrd="1" destOrd="0" presId="urn:microsoft.com/office/officeart/2016/7/layout/RepeatingBendingProcessNew"/>
    <dgm:cxn modelId="{A079E98A-1525-4524-866B-EA6DE3CEA1B4}" srcId="{F8E22C6A-C9C8-47A2-B427-45C7C3096D5F}" destId="{BEFA47A1-9878-4871-BD2C-21BF353CA539}" srcOrd="7" destOrd="0" parTransId="{1887D4E2-168B-4D74-A835-330CA9304F56}" sibTransId="{8FFCD03A-4F25-4458-AFB7-659290535718}"/>
    <dgm:cxn modelId="{DD0DDA8F-A972-472C-ACEB-E55834BF1AE4}" type="presOf" srcId="{BEFA47A1-9878-4871-BD2C-21BF353CA539}" destId="{1F1165B4-40C9-4E94-B327-FE91EB0D42DF}" srcOrd="0" destOrd="0" presId="urn:microsoft.com/office/officeart/2016/7/layout/RepeatingBendingProcessNew"/>
    <dgm:cxn modelId="{C5729C97-07DC-470B-B413-E4CDAD8D4B1D}" type="presOf" srcId="{860EEE9F-48FA-4B79-80E7-4D318C6F5FC1}" destId="{4DED9C11-7511-4901-8883-558DF4E23713}" srcOrd="0" destOrd="0" presId="urn:microsoft.com/office/officeart/2016/7/layout/RepeatingBendingProcessNew"/>
    <dgm:cxn modelId="{E8F0F399-914C-450E-9EE3-46088FA2A58B}" type="presOf" srcId="{12581B9C-8BF4-45DD-B669-EF0A32AAB690}" destId="{3B493890-0A18-45B9-AECC-23E507584C8E}" srcOrd="0" destOrd="0" presId="urn:microsoft.com/office/officeart/2016/7/layout/RepeatingBendingProcessNew"/>
    <dgm:cxn modelId="{4BAB769C-9201-4CE5-828E-7DF4C592F4C5}" type="presOf" srcId="{7A2CEF69-6518-4E0D-9C51-C55ED50E65D5}" destId="{D7DF8E58-B28E-48AE-8EDE-43809AD534A5}" srcOrd="0" destOrd="0" presId="urn:microsoft.com/office/officeart/2016/7/layout/RepeatingBendingProcessNew"/>
    <dgm:cxn modelId="{B9AD439D-BDCB-43D3-B858-8657EDAB47C6}" type="presOf" srcId="{C5BB2273-90B2-44E7-A61B-2AA515501F9E}" destId="{030110C8-A2E1-41CD-B514-CFDB79A72A12}" srcOrd="0" destOrd="0" presId="urn:microsoft.com/office/officeart/2016/7/layout/RepeatingBendingProcessNew"/>
    <dgm:cxn modelId="{80911D9E-29AB-4604-923C-419D41AFF1C8}" srcId="{F8E22C6A-C9C8-47A2-B427-45C7C3096D5F}" destId="{71A2C6B6-E57F-461D-861E-83A0AF16ADB4}" srcOrd="3" destOrd="0" parTransId="{52C5A687-80E9-4750-90E3-0AF3939CA16E}" sibTransId="{0E508872-6C6C-4D94-8980-787A54612E94}"/>
    <dgm:cxn modelId="{C57847A0-6CCF-4EAE-B0D9-75CD63CD000E}" type="presOf" srcId="{71A2C6B6-E57F-461D-861E-83A0AF16ADB4}" destId="{6C3256C9-5F83-4A56-AAEA-C2F5C275F1DE}" srcOrd="0" destOrd="0" presId="urn:microsoft.com/office/officeart/2016/7/layout/RepeatingBendingProcessNew"/>
    <dgm:cxn modelId="{D0EEC2A5-22C1-4D1B-9462-687A574D6BBF}" type="presOf" srcId="{E7EA5FB3-93D7-4FD1-AB1B-C589A572A7E8}" destId="{C0A090CA-D617-4464-8DAE-A0A54A33BA00}" srcOrd="1" destOrd="0" presId="urn:microsoft.com/office/officeart/2016/7/layout/RepeatingBendingProcessNew"/>
    <dgm:cxn modelId="{929149AE-8529-4826-82BB-995A061BA6DB}" type="presOf" srcId="{A97A7B2C-ACC9-4AFC-92AD-43B1BEF7EF5B}" destId="{42769486-9116-431A-8E80-17222BCEBDC6}" srcOrd="1" destOrd="0" presId="urn:microsoft.com/office/officeart/2016/7/layout/RepeatingBendingProcessNew"/>
    <dgm:cxn modelId="{949C65AF-248F-4A31-BA3B-95C84D226726}" srcId="{F8E22C6A-C9C8-47A2-B427-45C7C3096D5F}" destId="{12581B9C-8BF4-45DD-B669-EF0A32AAB690}" srcOrd="12" destOrd="0" parTransId="{93FAE9F9-5D95-4876-936F-52E3F43D721F}" sibTransId="{B2C193C7-1B74-4903-8809-7CACC6635713}"/>
    <dgm:cxn modelId="{913F4DB1-6548-4D3D-963B-4D0ABA633D80}" type="presOf" srcId="{F8E22C6A-C9C8-47A2-B427-45C7C3096D5F}" destId="{FCA7000F-FC00-4B1D-A486-C81A03167018}" srcOrd="0" destOrd="0" presId="urn:microsoft.com/office/officeart/2016/7/layout/RepeatingBendingProcessNew"/>
    <dgm:cxn modelId="{06E9C3C2-A0B4-4F59-894B-A9F64276D7E9}" type="presOf" srcId="{FBE096FF-8157-41F7-AB30-B34A309EA1EE}" destId="{8653FD17-31F3-442A-AE5D-1E626BF4A810}" srcOrd="1" destOrd="0" presId="urn:microsoft.com/office/officeart/2016/7/layout/RepeatingBendingProcessNew"/>
    <dgm:cxn modelId="{01E342C4-958C-4D36-8094-0912E5C03B84}" type="presOf" srcId="{119027F8-33B3-4263-9886-E2C535922987}" destId="{674E8386-7531-4DEF-AF74-A2E8D9F6459B}" srcOrd="0" destOrd="0" presId="urn:microsoft.com/office/officeart/2016/7/layout/RepeatingBendingProcessNew"/>
    <dgm:cxn modelId="{35ECC4C5-DE5F-40B9-A8BF-ADCDAFBFC3DD}" type="presOf" srcId="{4607BBDB-9C00-435A-9360-2E191556060C}" destId="{8BC62A3E-71AE-49DA-8F18-9ED81A7740EC}" srcOrd="1" destOrd="0" presId="urn:microsoft.com/office/officeart/2016/7/layout/RepeatingBendingProcessNew"/>
    <dgm:cxn modelId="{FD860FCA-E600-494B-BAF4-582EE1770F9E}" srcId="{F8E22C6A-C9C8-47A2-B427-45C7C3096D5F}" destId="{119027F8-33B3-4263-9886-E2C535922987}" srcOrd="5" destOrd="0" parTransId="{44F7AA07-9213-4266-A9F8-263B7C8A1C92}" sibTransId="{E7EA5FB3-93D7-4FD1-AB1B-C589A572A7E8}"/>
    <dgm:cxn modelId="{011819D4-0834-4D72-8874-D86E23CDF9F1}" srcId="{F8E22C6A-C9C8-47A2-B427-45C7C3096D5F}" destId="{C5BB2273-90B2-44E7-A61B-2AA515501F9E}" srcOrd="11" destOrd="0" parTransId="{575BFA81-A68C-4A44-BEA7-6046C4251136}" sibTransId="{4607BBDB-9C00-435A-9360-2E191556060C}"/>
    <dgm:cxn modelId="{D2D337D4-3E99-4A15-AF6A-3221BAFBADAD}" type="presOf" srcId="{DE8467D8-281F-4757-8425-16660D1CF697}" destId="{7C7ED0D8-2630-44F1-9553-2DA72971335C}" srcOrd="1" destOrd="0" presId="urn:microsoft.com/office/officeart/2016/7/layout/RepeatingBendingProcessNew"/>
    <dgm:cxn modelId="{28C346DC-1B22-4F5B-AF85-D9C2B0B19D66}" srcId="{F8E22C6A-C9C8-47A2-B427-45C7C3096D5F}" destId="{3D06AC74-184E-46E5-83FA-A9C288C31B9D}" srcOrd="1" destOrd="0" parTransId="{9100E9A3-2896-4452-A22C-5643F1F6AB2C}" sibTransId="{AEBABC21-6386-4E89-A4A2-C3CDE8090661}"/>
    <dgm:cxn modelId="{A7738AE7-9DF1-47D9-9232-D4886A318716}" type="presOf" srcId="{79DCC88E-0E2A-4BBB-B160-F43C1AFC2B24}" destId="{77C113B5-8CE5-4006-AE42-0B67E815ADBE}" srcOrd="0" destOrd="0" presId="urn:microsoft.com/office/officeart/2016/7/layout/RepeatingBendingProcessNew"/>
    <dgm:cxn modelId="{CF3415E8-497E-4EEE-A6F9-702C121A43EA}" type="presOf" srcId="{8FFCD03A-4F25-4458-AFB7-659290535718}" destId="{65AE6DB5-3586-4222-A83D-88B4DEE9666D}" srcOrd="0" destOrd="0" presId="urn:microsoft.com/office/officeart/2016/7/layout/RepeatingBendingProcessNew"/>
    <dgm:cxn modelId="{717BFBED-DA76-4AEA-A03C-748087BD2219}" type="presOf" srcId="{3D06AC74-184E-46E5-83FA-A9C288C31B9D}" destId="{C066B87A-F97D-411F-A9C7-F085E6977524}" srcOrd="0" destOrd="0" presId="urn:microsoft.com/office/officeart/2016/7/layout/RepeatingBendingProcessNew"/>
    <dgm:cxn modelId="{10848FEF-19EB-4654-8562-353B28090D0C}" srcId="{F8E22C6A-C9C8-47A2-B427-45C7C3096D5F}" destId="{79DCC88E-0E2A-4BBB-B160-F43C1AFC2B24}" srcOrd="2" destOrd="0" parTransId="{3AD15674-E1D6-4622-8849-AE35D473833A}" sibTransId="{FBE096FF-8157-41F7-AB30-B34A309EA1EE}"/>
    <dgm:cxn modelId="{A61510F4-C11C-4E6D-A2A9-7CD3BA773E80}" type="presOf" srcId="{4607BBDB-9C00-435A-9360-2E191556060C}" destId="{BB6A85CF-4F16-4B32-B85D-5567512F96B4}" srcOrd="0" destOrd="0" presId="urn:microsoft.com/office/officeart/2016/7/layout/RepeatingBendingProcessNew"/>
    <dgm:cxn modelId="{360747F4-5EED-451C-ACF4-B6FEA00F5425}" type="presOf" srcId="{AEBABC21-6386-4E89-A4A2-C3CDE8090661}" destId="{D39FBA9B-907B-4245-95E9-AE3A7A52EACE}" srcOrd="0" destOrd="0" presId="urn:microsoft.com/office/officeart/2016/7/layout/RepeatingBendingProcessNew"/>
    <dgm:cxn modelId="{35B8C7F8-9A6F-4EF0-B36B-5E9A626E4918}" type="presOf" srcId="{E1582C40-D4D5-42D2-AB53-A45413C44952}" destId="{4F6EFD62-B3BC-4DDF-94E3-33F4BCE00D80}" srcOrd="0" destOrd="0" presId="urn:microsoft.com/office/officeart/2016/7/layout/RepeatingBendingProcessNew"/>
    <dgm:cxn modelId="{5AF1605A-BA51-49C4-BCB0-F947E82FC236}" type="presParOf" srcId="{FCA7000F-FC00-4B1D-A486-C81A03167018}" destId="{D7DF8E58-B28E-48AE-8EDE-43809AD534A5}" srcOrd="0" destOrd="0" presId="urn:microsoft.com/office/officeart/2016/7/layout/RepeatingBendingProcessNew"/>
    <dgm:cxn modelId="{4FF680F0-4D5B-4079-95C3-FADDE939E1AC}" type="presParOf" srcId="{FCA7000F-FC00-4B1D-A486-C81A03167018}" destId="{86715622-F548-426D-82F9-ED5B66B9AFB5}" srcOrd="1" destOrd="0" presId="urn:microsoft.com/office/officeart/2016/7/layout/RepeatingBendingProcessNew"/>
    <dgm:cxn modelId="{ABF04BDA-71CA-4A64-896E-10D44476B030}" type="presParOf" srcId="{86715622-F548-426D-82F9-ED5B66B9AFB5}" destId="{7C7ED0D8-2630-44F1-9553-2DA72971335C}" srcOrd="0" destOrd="0" presId="urn:microsoft.com/office/officeart/2016/7/layout/RepeatingBendingProcessNew"/>
    <dgm:cxn modelId="{E963D6A8-CDFA-49E4-9BD3-580F145F9A15}" type="presParOf" srcId="{FCA7000F-FC00-4B1D-A486-C81A03167018}" destId="{C066B87A-F97D-411F-A9C7-F085E6977524}" srcOrd="2" destOrd="0" presId="urn:microsoft.com/office/officeart/2016/7/layout/RepeatingBendingProcessNew"/>
    <dgm:cxn modelId="{2EDBB8D8-AD37-4729-81CC-2FC691852858}" type="presParOf" srcId="{FCA7000F-FC00-4B1D-A486-C81A03167018}" destId="{D39FBA9B-907B-4245-95E9-AE3A7A52EACE}" srcOrd="3" destOrd="0" presId="urn:microsoft.com/office/officeart/2016/7/layout/RepeatingBendingProcessNew"/>
    <dgm:cxn modelId="{B2C93791-111B-4649-A316-E70430B0200F}" type="presParOf" srcId="{D39FBA9B-907B-4245-95E9-AE3A7A52EACE}" destId="{91F00401-AAF8-4223-92CB-EA438C883E1C}" srcOrd="0" destOrd="0" presId="urn:microsoft.com/office/officeart/2016/7/layout/RepeatingBendingProcessNew"/>
    <dgm:cxn modelId="{96F40DD9-DA63-446C-ADF7-EAA12CDC0A40}" type="presParOf" srcId="{FCA7000F-FC00-4B1D-A486-C81A03167018}" destId="{77C113B5-8CE5-4006-AE42-0B67E815ADBE}" srcOrd="4" destOrd="0" presId="urn:microsoft.com/office/officeart/2016/7/layout/RepeatingBendingProcessNew"/>
    <dgm:cxn modelId="{B4DF6CDF-8D03-4888-BBB8-4EF8BC95ECE2}" type="presParOf" srcId="{FCA7000F-FC00-4B1D-A486-C81A03167018}" destId="{E5149BE9-6A44-4156-BB09-140740610FF4}" srcOrd="5" destOrd="0" presId="urn:microsoft.com/office/officeart/2016/7/layout/RepeatingBendingProcessNew"/>
    <dgm:cxn modelId="{CCF0E8D6-989D-452D-8A6B-03F9C245A5DC}" type="presParOf" srcId="{E5149BE9-6A44-4156-BB09-140740610FF4}" destId="{8653FD17-31F3-442A-AE5D-1E626BF4A810}" srcOrd="0" destOrd="0" presId="urn:microsoft.com/office/officeart/2016/7/layout/RepeatingBendingProcessNew"/>
    <dgm:cxn modelId="{FA0D7354-E0A7-4D93-9D0B-6BC90BC6064D}" type="presParOf" srcId="{FCA7000F-FC00-4B1D-A486-C81A03167018}" destId="{6C3256C9-5F83-4A56-AAEA-C2F5C275F1DE}" srcOrd="6" destOrd="0" presId="urn:microsoft.com/office/officeart/2016/7/layout/RepeatingBendingProcessNew"/>
    <dgm:cxn modelId="{05DEB161-E492-4B8D-BCA6-0EEA8B585D2D}" type="presParOf" srcId="{FCA7000F-FC00-4B1D-A486-C81A03167018}" destId="{F451BCE3-8004-47EB-BC4D-5B8188B4EF9F}" srcOrd="7" destOrd="0" presId="urn:microsoft.com/office/officeart/2016/7/layout/RepeatingBendingProcessNew"/>
    <dgm:cxn modelId="{8D2608EE-93BE-4B80-8D1D-93B719DBA004}" type="presParOf" srcId="{F451BCE3-8004-47EB-BC4D-5B8188B4EF9F}" destId="{88BDF53E-1775-4B86-B54F-13E160B1FECF}" srcOrd="0" destOrd="0" presId="urn:microsoft.com/office/officeart/2016/7/layout/RepeatingBendingProcessNew"/>
    <dgm:cxn modelId="{FDAA07E7-0265-464C-9889-8720DCCED289}" type="presParOf" srcId="{FCA7000F-FC00-4B1D-A486-C81A03167018}" destId="{68F60B56-F10F-4AEA-9B7D-9180A1FEF1B0}" srcOrd="8" destOrd="0" presId="urn:microsoft.com/office/officeart/2016/7/layout/RepeatingBendingProcessNew"/>
    <dgm:cxn modelId="{0F149EF6-8D81-43B7-9DEE-D7B2586B4736}" type="presParOf" srcId="{FCA7000F-FC00-4B1D-A486-C81A03167018}" destId="{73CF96D0-2756-4533-BE27-69E27177E792}" srcOrd="9" destOrd="0" presId="urn:microsoft.com/office/officeart/2016/7/layout/RepeatingBendingProcessNew"/>
    <dgm:cxn modelId="{4F614A66-E64C-459A-BC57-7AE451B3D0F8}" type="presParOf" srcId="{73CF96D0-2756-4533-BE27-69E27177E792}" destId="{2E2C8801-1DB1-42C0-AE7B-63061824684C}" srcOrd="0" destOrd="0" presId="urn:microsoft.com/office/officeart/2016/7/layout/RepeatingBendingProcessNew"/>
    <dgm:cxn modelId="{3713C8D5-D855-49CE-A17A-62DBF683620A}" type="presParOf" srcId="{FCA7000F-FC00-4B1D-A486-C81A03167018}" destId="{674E8386-7531-4DEF-AF74-A2E8D9F6459B}" srcOrd="10" destOrd="0" presId="urn:microsoft.com/office/officeart/2016/7/layout/RepeatingBendingProcessNew"/>
    <dgm:cxn modelId="{73A34FBB-2D5A-484A-868D-96315C9BA840}" type="presParOf" srcId="{FCA7000F-FC00-4B1D-A486-C81A03167018}" destId="{9661F8C2-1D4B-4298-9CF6-54B7D9343BED}" srcOrd="11" destOrd="0" presId="urn:microsoft.com/office/officeart/2016/7/layout/RepeatingBendingProcessNew"/>
    <dgm:cxn modelId="{76ECCC7E-B5F6-4127-ADE1-C4BDCA257BE1}" type="presParOf" srcId="{9661F8C2-1D4B-4298-9CF6-54B7D9343BED}" destId="{C0A090CA-D617-4464-8DAE-A0A54A33BA00}" srcOrd="0" destOrd="0" presId="urn:microsoft.com/office/officeart/2016/7/layout/RepeatingBendingProcessNew"/>
    <dgm:cxn modelId="{E3651AC9-117B-41BA-8878-D60ED18AE644}" type="presParOf" srcId="{FCA7000F-FC00-4B1D-A486-C81A03167018}" destId="{4DED9C11-7511-4901-8883-558DF4E23713}" srcOrd="12" destOrd="0" presId="urn:microsoft.com/office/officeart/2016/7/layout/RepeatingBendingProcessNew"/>
    <dgm:cxn modelId="{A944AF1E-530E-4EE4-AAD5-B9D8BD9CFD8B}" type="presParOf" srcId="{FCA7000F-FC00-4B1D-A486-C81A03167018}" destId="{0DAB35E9-6FCC-4BB1-AF03-C086B1E5ED01}" srcOrd="13" destOrd="0" presId="urn:microsoft.com/office/officeart/2016/7/layout/RepeatingBendingProcessNew"/>
    <dgm:cxn modelId="{416E6AA9-DF38-401F-A27D-F4396F179918}" type="presParOf" srcId="{0DAB35E9-6FCC-4BB1-AF03-C086B1E5ED01}" destId="{948A8282-837F-4716-BA9F-3EDF1B5E6C37}" srcOrd="0" destOrd="0" presId="urn:microsoft.com/office/officeart/2016/7/layout/RepeatingBendingProcessNew"/>
    <dgm:cxn modelId="{B674CC3C-E2E1-4814-B90D-F2282E045BCC}" type="presParOf" srcId="{FCA7000F-FC00-4B1D-A486-C81A03167018}" destId="{1F1165B4-40C9-4E94-B327-FE91EB0D42DF}" srcOrd="14" destOrd="0" presId="urn:microsoft.com/office/officeart/2016/7/layout/RepeatingBendingProcessNew"/>
    <dgm:cxn modelId="{65DA9B75-5587-4291-85D2-B5A0E8A0D19D}" type="presParOf" srcId="{FCA7000F-FC00-4B1D-A486-C81A03167018}" destId="{65AE6DB5-3586-4222-A83D-88B4DEE9666D}" srcOrd="15" destOrd="0" presId="urn:microsoft.com/office/officeart/2016/7/layout/RepeatingBendingProcessNew"/>
    <dgm:cxn modelId="{6D14BBD3-7FC2-4783-A984-F1332E181183}" type="presParOf" srcId="{65AE6DB5-3586-4222-A83D-88B4DEE9666D}" destId="{3729EA6F-3E70-4543-A9A3-57E04B1B7717}" srcOrd="0" destOrd="0" presId="urn:microsoft.com/office/officeart/2016/7/layout/RepeatingBendingProcessNew"/>
    <dgm:cxn modelId="{D3D93B9F-2A64-48BF-9977-244F5F87B32B}" type="presParOf" srcId="{FCA7000F-FC00-4B1D-A486-C81A03167018}" destId="{6C63BE91-BF0B-42D5-8A91-FF9ED2135163}" srcOrd="16" destOrd="0" presId="urn:microsoft.com/office/officeart/2016/7/layout/RepeatingBendingProcessNew"/>
    <dgm:cxn modelId="{3ACB3DA3-1D97-458C-8114-DF430A03DC5C}" type="presParOf" srcId="{FCA7000F-FC00-4B1D-A486-C81A03167018}" destId="{4F6EFD62-B3BC-4DDF-94E3-33F4BCE00D80}" srcOrd="17" destOrd="0" presId="urn:microsoft.com/office/officeart/2016/7/layout/RepeatingBendingProcessNew"/>
    <dgm:cxn modelId="{F0022B5E-396D-4518-83E3-AD0298417436}" type="presParOf" srcId="{4F6EFD62-B3BC-4DDF-94E3-33F4BCE00D80}" destId="{16CB125E-0632-4441-8931-B7DC5E4589CB}" srcOrd="0" destOrd="0" presId="urn:microsoft.com/office/officeart/2016/7/layout/RepeatingBendingProcessNew"/>
    <dgm:cxn modelId="{524A5C79-DE71-472E-B278-4F27972ACF5A}" type="presParOf" srcId="{FCA7000F-FC00-4B1D-A486-C81A03167018}" destId="{F01BB4D2-0BF5-451C-AC31-53D4E725F808}" srcOrd="18" destOrd="0" presId="urn:microsoft.com/office/officeart/2016/7/layout/RepeatingBendingProcessNew"/>
    <dgm:cxn modelId="{F11AB66B-F864-449C-9FCF-9911814DD1F9}" type="presParOf" srcId="{FCA7000F-FC00-4B1D-A486-C81A03167018}" destId="{BBE02DAB-D1F9-4641-936D-63436E1E507C}" srcOrd="19" destOrd="0" presId="urn:microsoft.com/office/officeart/2016/7/layout/RepeatingBendingProcessNew"/>
    <dgm:cxn modelId="{B26ACF78-3B05-41AB-8555-E25CE8C1014D}" type="presParOf" srcId="{BBE02DAB-D1F9-4641-936D-63436E1E507C}" destId="{986F28D3-838E-4777-B244-6D2211A7EBB4}" srcOrd="0" destOrd="0" presId="urn:microsoft.com/office/officeart/2016/7/layout/RepeatingBendingProcessNew"/>
    <dgm:cxn modelId="{F1EA4607-2328-4659-8A74-B0A25740A2AB}" type="presParOf" srcId="{FCA7000F-FC00-4B1D-A486-C81A03167018}" destId="{987C36A5-0F75-4CBA-BA10-64B4515FA4FA}" srcOrd="20" destOrd="0" presId="urn:microsoft.com/office/officeart/2016/7/layout/RepeatingBendingProcessNew"/>
    <dgm:cxn modelId="{9E8231AF-5CC1-4354-8676-DFA943EAB8C0}" type="presParOf" srcId="{FCA7000F-FC00-4B1D-A486-C81A03167018}" destId="{E5ACCE7F-A451-45A5-96F5-993C572E4346}" srcOrd="21" destOrd="0" presId="urn:microsoft.com/office/officeart/2016/7/layout/RepeatingBendingProcessNew"/>
    <dgm:cxn modelId="{2DDC0BA2-29B6-4E71-8656-EC9D4DDBC49C}" type="presParOf" srcId="{E5ACCE7F-A451-45A5-96F5-993C572E4346}" destId="{42769486-9116-431A-8E80-17222BCEBDC6}" srcOrd="0" destOrd="0" presId="urn:microsoft.com/office/officeart/2016/7/layout/RepeatingBendingProcessNew"/>
    <dgm:cxn modelId="{70C260E2-770A-4C1C-9E09-094AA9A99E2F}" type="presParOf" srcId="{FCA7000F-FC00-4B1D-A486-C81A03167018}" destId="{030110C8-A2E1-41CD-B514-CFDB79A72A12}" srcOrd="22" destOrd="0" presId="urn:microsoft.com/office/officeart/2016/7/layout/RepeatingBendingProcessNew"/>
    <dgm:cxn modelId="{AC48CF1B-D2D9-4B6D-B3FF-54055416F6BD}" type="presParOf" srcId="{FCA7000F-FC00-4B1D-A486-C81A03167018}" destId="{BB6A85CF-4F16-4B32-B85D-5567512F96B4}" srcOrd="23" destOrd="0" presId="urn:microsoft.com/office/officeart/2016/7/layout/RepeatingBendingProcessNew"/>
    <dgm:cxn modelId="{BD478FB1-3D8D-40AF-AE83-0FA0ADDDBE48}" type="presParOf" srcId="{BB6A85CF-4F16-4B32-B85D-5567512F96B4}" destId="{8BC62A3E-71AE-49DA-8F18-9ED81A7740EC}" srcOrd="0" destOrd="0" presId="urn:microsoft.com/office/officeart/2016/7/layout/RepeatingBendingProcessNew"/>
    <dgm:cxn modelId="{40331394-0C7E-4AE7-B73C-FD43111C2146}" type="presParOf" srcId="{FCA7000F-FC00-4B1D-A486-C81A03167018}" destId="{3B493890-0A18-45B9-AECC-23E507584C8E}" srcOrd="24"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15622-F548-426D-82F9-ED5B66B9AFB5}">
      <dsp:nvSpPr>
        <dsp:cNvPr id="0" name=""/>
        <dsp:cNvSpPr/>
      </dsp:nvSpPr>
      <dsp:spPr>
        <a:xfrm>
          <a:off x="1778971" y="657533"/>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57480" y="701213"/>
        <a:ext cx="20400" cy="4080"/>
      </dsp:txXfrm>
    </dsp:sp>
    <dsp:sp modelId="{D7DF8E58-B28E-48AE-8EDE-43809AD534A5}">
      <dsp:nvSpPr>
        <dsp:cNvPr id="0" name=""/>
        <dsp:cNvSpPr/>
      </dsp:nvSpPr>
      <dsp:spPr>
        <a:xfrm>
          <a:off x="6777" y="17105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1. Loads environment and connects to Supabase</a:t>
          </a:r>
        </a:p>
      </dsp:txBody>
      <dsp:txXfrm>
        <a:off x="6777" y="171055"/>
        <a:ext cx="1773994" cy="1064396"/>
      </dsp:txXfrm>
    </dsp:sp>
    <dsp:sp modelId="{D39FBA9B-907B-4245-95E9-AE3A7A52EACE}">
      <dsp:nvSpPr>
        <dsp:cNvPr id="0" name=""/>
        <dsp:cNvSpPr/>
      </dsp:nvSpPr>
      <dsp:spPr>
        <a:xfrm>
          <a:off x="3960984" y="657533"/>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493" y="701213"/>
        <a:ext cx="20400" cy="4080"/>
      </dsp:txXfrm>
    </dsp:sp>
    <dsp:sp modelId="{C066B87A-F97D-411F-A9C7-F085E6977524}">
      <dsp:nvSpPr>
        <dsp:cNvPr id="0" name=""/>
        <dsp:cNvSpPr/>
      </dsp:nvSpPr>
      <dsp:spPr>
        <a:xfrm>
          <a:off x="2188790" y="17105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2. Fetch users’ liked movies from DB</a:t>
          </a:r>
        </a:p>
      </dsp:txBody>
      <dsp:txXfrm>
        <a:off x="2188790" y="171055"/>
        <a:ext cx="1773994" cy="1064396"/>
      </dsp:txXfrm>
    </dsp:sp>
    <dsp:sp modelId="{E5149BE9-6A44-4156-BB09-140740610FF4}">
      <dsp:nvSpPr>
        <dsp:cNvPr id="0" name=""/>
        <dsp:cNvSpPr/>
      </dsp:nvSpPr>
      <dsp:spPr>
        <a:xfrm>
          <a:off x="6142997" y="657533"/>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21505" y="701213"/>
        <a:ext cx="20400" cy="4080"/>
      </dsp:txXfrm>
    </dsp:sp>
    <dsp:sp modelId="{77C113B5-8CE5-4006-AE42-0B67E815ADBE}">
      <dsp:nvSpPr>
        <dsp:cNvPr id="0" name=""/>
        <dsp:cNvSpPr/>
      </dsp:nvSpPr>
      <dsp:spPr>
        <a:xfrm>
          <a:off x="4370802" y="17105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3. Converts likes into ratings dataframe</a:t>
          </a:r>
        </a:p>
      </dsp:txBody>
      <dsp:txXfrm>
        <a:off x="4370802" y="171055"/>
        <a:ext cx="1773994" cy="1064396"/>
      </dsp:txXfrm>
    </dsp:sp>
    <dsp:sp modelId="{F451BCE3-8004-47EB-BC4D-5B8188B4EF9F}">
      <dsp:nvSpPr>
        <dsp:cNvPr id="0" name=""/>
        <dsp:cNvSpPr/>
      </dsp:nvSpPr>
      <dsp:spPr>
        <a:xfrm>
          <a:off x="8325009" y="657533"/>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03518" y="701213"/>
        <a:ext cx="20400" cy="4080"/>
      </dsp:txXfrm>
    </dsp:sp>
    <dsp:sp modelId="{6C3256C9-5F83-4A56-AAEA-C2F5C275F1DE}">
      <dsp:nvSpPr>
        <dsp:cNvPr id="0" name=""/>
        <dsp:cNvSpPr/>
      </dsp:nvSpPr>
      <dsp:spPr>
        <a:xfrm>
          <a:off x="6552815" y="17105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4. Builds a Surprise Dataset</a:t>
          </a:r>
        </a:p>
      </dsp:txBody>
      <dsp:txXfrm>
        <a:off x="6552815" y="171055"/>
        <a:ext cx="1773994" cy="1064396"/>
      </dsp:txXfrm>
    </dsp:sp>
    <dsp:sp modelId="{73CF96D0-2756-4533-BE27-69E27177E792}">
      <dsp:nvSpPr>
        <dsp:cNvPr id="0" name=""/>
        <dsp:cNvSpPr/>
      </dsp:nvSpPr>
      <dsp:spPr>
        <a:xfrm>
          <a:off x="893774" y="1233652"/>
          <a:ext cx="8728050" cy="377418"/>
        </a:xfrm>
        <a:custGeom>
          <a:avLst/>
          <a:gdLst/>
          <a:ahLst/>
          <a:cxnLst/>
          <a:rect l="0" t="0" r="0" b="0"/>
          <a:pathLst>
            <a:path>
              <a:moveTo>
                <a:pt x="8728050" y="0"/>
              </a:moveTo>
              <a:lnTo>
                <a:pt x="8728050" y="205809"/>
              </a:lnTo>
              <a:lnTo>
                <a:pt x="0" y="205809"/>
              </a:lnTo>
              <a:lnTo>
                <a:pt x="0" y="377418"/>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9360" y="1420321"/>
        <a:ext cx="436879" cy="4080"/>
      </dsp:txXfrm>
    </dsp:sp>
    <dsp:sp modelId="{68F60B56-F10F-4AEA-9B7D-9180A1FEF1B0}">
      <dsp:nvSpPr>
        <dsp:cNvPr id="0" name=""/>
        <dsp:cNvSpPr/>
      </dsp:nvSpPr>
      <dsp:spPr>
        <a:xfrm>
          <a:off x="8734828" y="17105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5. Train on SVD model (Learns latent vector per user and per movie)</a:t>
          </a:r>
        </a:p>
      </dsp:txBody>
      <dsp:txXfrm>
        <a:off x="8734828" y="171055"/>
        <a:ext cx="1773994" cy="1064396"/>
      </dsp:txXfrm>
    </dsp:sp>
    <dsp:sp modelId="{9661F8C2-1D4B-4298-9CF6-54B7D9343BED}">
      <dsp:nvSpPr>
        <dsp:cNvPr id="0" name=""/>
        <dsp:cNvSpPr/>
      </dsp:nvSpPr>
      <dsp:spPr>
        <a:xfrm>
          <a:off x="1778971" y="2129948"/>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57480" y="2173628"/>
        <a:ext cx="20400" cy="4080"/>
      </dsp:txXfrm>
    </dsp:sp>
    <dsp:sp modelId="{674E8386-7531-4DEF-AF74-A2E8D9F6459B}">
      <dsp:nvSpPr>
        <dsp:cNvPr id="0" name=""/>
        <dsp:cNvSpPr/>
      </dsp:nvSpPr>
      <dsp:spPr>
        <a:xfrm>
          <a:off x="6777" y="1643470"/>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6. Fetch Thousands of movies from TMDB</a:t>
          </a:r>
        </a:p>
      </dsp:txBody>
      <dsp:txXfrm>
        <a:off x="6777" y="1643470"/>
        <a:ext cx="1773994" cy="1064396"/>
      </dsp:txXfrm>
    </dsp:sp>
    <dsp:sp modelId="{0DAB35E9-6FCC-4BB1-AF03-C086B1E5ED01}">
      <dsp:nvSpPr>
        <dsp:cNvPr id="0" name=""/>
        <dsp:cNvSpPr/>
      </dsp:nvSpPr>
      <dsp:spPr>
        <a:xfrm>
          <a:off x="3960984" y="2129948"/>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493" y="2173628"/>
        <a:ext cx="20400" cy="4080"/>
      </dsp:txXfrm>
    </dsp:sp>
    <dsp:sp modelId="{4DED9C11-7511-4901-8883-558DF4E23713}">
      <dsp:nvSpPr>
        <dsp:cNvPr id="0" name=""/>
        <dsp:cNvSpPr/>
      </dsp:nvSpPr>
      <dsp:spPr>
        <a:xfrm>
          <a:off x="2188790" y="1643470"/>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7. Build clean TMDB movie log</a:t>
          </a:r>
        </a:p>
      </dsp:txBody>
      <dsp:txXfrm>
        <a:off x="2188790" y="1643470"/>
        <a:ext cx="1773994" cy="1064396"/>
      </dsp:txXfrm>
    </dsp:sp>
    <dsp:sp modelId="{65AE6DB5-3586-4222-A83D-88B4DEE9666D}">
      <dsp:nvSpPr>
        <dsp:cNvPr id="0" name=""/>
        <dsp:cNvSpPr/>
      </dsp:nvSpPr>
      <dsp:spPr>
        <a:xfrm>
          <a:off x="6142997" y="2129948"/>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21505" y="2173628"/>
        <a:ext cx="20400" cy="4080"/>
      </dsp:txXfrm>
    </dsp:sp>
    <dsp:sp modelId="{1F1165B4-40C9-4E94-B327-FE91EB0D42DF}">
      <dsp:nvSpPr>
        <dsp:cNvPr id="0" name=""/>
        <dsp:cNvSpPr/>
      </dsp:nvSpPr>
      <dsp:spPr>
        <a:xfrm>
          <a:off x="4370802" y="1643470"/>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8. Extract users’ favorite genres</a:t>
          </a:r>
        </a:p>
      </dsp:txBody>
      <dsp:txXfrm>
        <a:off x="4370802" y="1643470"/>
        <a:ext cx="1773994" cy="1064396"/>
      </dsp:txXfrm>
    </dsp:sp>
    <dsp:sp modelId="{4F6EFD62-B3BC-4DDF-94E3-33F4BCE00D80}">
      <dsp:nvSpPr>
        <dsp:cNvPr id="0" name=""/>
        <dsp:cNvSpPr/>
      </dsp:nvSpPr>
      <dsp:spPr>
        <a:xfrm>
          <a:off x="8325009" y="2129948"/>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03518" y="2173628"/>
        <a:ext cx="20400" cy="4080"/>
      </dsp:txXfrm>
    </dsp:sp>
    <dsp:sp modelId="{6C63BE91-BF0B-42D5-8A91-FF9ED2135163}">
      <dsp:nvSpPr>
        <dsp:cNvPr id="0" name=""/>
        <dsp:cNvSpPr/>
      </dsp:nvSpPr>
      <dsp:spPr>
        <a:xfrm>
          <a:off x="6552815" y="1643470"/>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9. Score every movie for every user</a:t>
          </a:r>
        </a:p>
      </dsp:txBody>
      <dsp:txXfrm>
        <a:off x="6552815" y="1643470"/>
        <a:ext cx="1773994" cy="1064396"/>
      </dsp:txXfrm>
    </dsp:sp>
    <dsp:sp modelId="{BBE02DAB-D1F9-4641-936D-63436E1E507C}">
      <dsp:nvSpPr>
        <dsp:cNvPr id="0" name=""/>
        <dsp:cNvSpPr/>
      </dsp:nvSpPr>
      <dsp:spPr>
        <a:xfrm>
          <a:off x="893774" y="2706067"/>
          <a:ext cx="8728050" cy="377418"/>
        </a:xfrm>
        <a:custGeom>
          <a:avLst/>
          <a:gdLst/>
          <a:ahLst/>
          <a:cxnLst/>
          <a:rect l="0" t="0" r="0" b="0"/>
          <a:pathLst>
            <a:path>
              <a:moveTo>
                <a:pt x="8728050" y="0"/>
              </a:moveTo>
              <a:lnTo>
                <a:pt x="8728050" y="205809"/>
              </a:lnTo>
              <a:lnTo>
                <a:pt x="0" y="205809"/>
              </a:lnTo>
              <a:lnTo>
                <a:pt x="0" y="377418"/>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9360" y="2892736"/>
        <a:ext cx="436879" cy="4080"/>
      </dsp:txXfrm>
    </dsp:sp>
    <dsp:sp modelId="{F01BB4D2-0BF5-451C-AC31-53D4E725F808}">
      <dsp:nvSpPr>
        <dsp:cNvPr id="0" name=""/>
        <dsp:cNvSpPr/>
      </dsp:nvSpPr>
      <dsp:spPr>
        <a:xfrm>
          <a:off x="8734828" y="1643470"/>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10. Pick top 20 movies for each user</a:t>
          </a:r>
        </a:p>
      </dsp:txBody>
      <dsp:txXfrm>
        <a:off x="8734828" y="1643470"/>
        <a:ext cx="1773994" cy="1064396"/>
      </dsp:txXfrm>
    </dsp:sp>
    <dsp:sp modelId="{E5ACCE7F-A451-45A5-96F5-993C572E4346}">
      <dsp:nvSpPr>
        <dsp:cNvPr id="0" name=""/>
        <dsp:cNvSpPr/>
      </dsp:nvSpPr>
      <dsp:spPr>
        <a:xfrm>
          <a:off x="1778971" y="3602364"/>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57480" y="3646043"/>
        <a:ext cx="20400" cy="4080"/>
      </dsp:txXfrm>
    </dsp:sp>
    <dsp:sp modelId="{987C36A5-0F75-4CBA-BA10-64B4515FA4FA}">
      <dsp:nvSpPr>
        <dsp:cNvPr id="0" name=""/>
        <dsp:cNvSpPr/>
      </dsp:nvSpPr>
      <dsp:spPr>
        <a:xfrm>
          <a:off x="6777" y="311588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11. Deduplicates </a:t>
          </a:r>
        </a:p>
      </dsp:txBody>
      <dsp:txXfrm>
        <a:off x="6777" y="3115885"/>
        <a:ext cx="1773994" cy="1064396"/>
      </dsp:txXfrm>
    </dsp:sp>
    <dsp:sp modelId="{BB6A85CF-4F16-4B32-B85D-5567512F96B4}">
      <dsp:nvSpPr>
        <dsp:cNvPr id="0" name=""/>
        <dsp:cNvSpPr/>
      </dsp:nvSpPr>
      <dsp:spPr>
        <a:xfrm>
          <a:off x="3960984" y="3602364"/>
          <a:ext cx="377418" cy="91440"/>
        </a:xfrm>
        <a:custGeom>
          <a:avLst/>
          <a:gdLst/>
          <a:ahLst/>
          <a:cxnLst/>
          <a:rect l="0" t="0" r="0" b="0"/>
          <a:pathLst>
            <a:path>
              <a:moveTo>
                <a:pt x="0" y="45720"/>
              </a:moveTo>
              <a:lnTo>
                <a:pt x="377418"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493" y="3646043"/>
        <a:ext cx="20400" cy="4080"/>
      </dsp:txXfrm>
    </dsp:sp>
    <dsp:sp modelId="{030110C8-A2E1-41CD-B514-CFDB79A72A12}">
      <dsp:nvSpPr>
        <dsp:cNvPr id="0" name=""/>
        <dsp:cNvSpPr/>
      </dsp:nvSpPr>
      <dsp:spPr>
        <a:xfrm>
          <a:off x="2188790" y="311588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12. Deletes Old Recommendations </a:t>
          </a:r>
        </a:p>
      </dsp:txBody>
      <dsp:txXfrm>
        <a:off x="2188790" y="3115885"/>
        <a:ext cx="1773994" cy="1064396"/>
      </dsp:txXfrm>
    </dsp:sp>
    <dsp:sp modelId="{3B493890-0A18-45B9-AECC-23E507584C8E}">
      <dsp:nvSpPr>
        <dsp:cNvPr id="0" name=""/>
        <dsp:cNvSpPr/>
      </dsp:nvSpPr>
      <dsp:spPr>
        <a:xfrm>
          <a:off x="4370802" y="3115885"/>
          <a:ext cx="1773994" cy="10643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6927" tIns="91245" rIns="86927" bIns="91245" numCol="1" spcCol="1270" anchor="ctr" anchorCtr="0">
          <a:noAutofit/>
        </a:bodyPr>
        <a:lstStyle/>
        <a:p>
          <a:pPr marL="0" lvl="0" indent="0" algn="ctr" defTabSz="622300">
            <a:lnSpc>
              <a:spcPct val="90000"/>
            </a:lnSpc>
            <a:spcBef>
              <a:spcPct val="0"/>
            </a:spcBef>
            <a:spcAft>
              <a:spcPct val="35000"/>
            </a:spcAft>
            <a:buNone/>
          </a:pPr>
          <a:r>
            <a:rPr lang="en-US" sz="1400" kern="1200"/>
            <a:t>13. Upload New Recommendations	</a:t>
          </a:r>
        </a:p>
      </dsp:txBody>
      <dsp:txXfrm>
        <a:off x="4370802" y="3115885"/>
        <a:ext cx="1773994" cy="106439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7751DD-74B8-4CD6-BFF6-6DAD8A813457}"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5A8E0-A27A-48B4-B626-142953AC4A06}" type="slidenum">
              <a:rPr lang="en-US" smtClean="0"/>
              <a:t>‹#›</a:t>
            </a:fld>
            <a:endParaRPr lang="en-US"/>
          </a:p>
        </p:txBody>
      </p:sp>
    </p:spTree>
    <p:extLst>
      <p:ext uri="{BB962C8B-B14F-4D97-AF65-F5344CB8AC3E}">
        <p14:creationId xmlns:p14="http://schemas.microsoft.com/office/powerpoint/2010/main" val="351180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simple, there is too many movies out there which go under the radar. We don’t want to waste the few free hours searching through a million movies or even worse, watching a bad movie.</a:t>
            </a:r>
          </a:p>
        </p:txBody>
      </p:sp>
      <p:sp>
        <p:nvSpPr>
          <p:cNvPr id="4" name="Slide Number Placeholder 3"/>
          <p:cNvSpPr>
            <a:spLocks noGrp="1"/>
          </p:cNvSpPr>
          <p:nvPr>
            <p:ph type="sldNum" sz="quarter" idx="5"/>
          </p:nvPr>
        </p:nvSpPr>
        <p:spPr/>
        <p:txBody>
          <a:bodyPr/>
          <a:lstStyle/>
          <a:p>
            <a:fld id="{3025A8E0-A27A-48B4-B626-142953AC4A06}" type="slidenum">
              <a:rPr lang="en-US" smtClean="0"/>
              <a:t>4</a:t>
            </a:fld>
            <a:endParaRPr lang="en-US"/>
          </a:p>
        </p:txBody>
      </p:sp>
    </p:spTree>
    <p:extLst>
      <p:ext uri="{BB962C8B-B14F-4D97-AF65-F5344CB8AC3E}">
        <p14:creationId xmlns:p14="http://schemas.microsoft.com/office/powerpoint/2010/main" val="3771049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Machine Learning! Instead of spending endless time searching for new movies. We can use AI Machine Learning to find good matches based on a users’ likes!</a:t>
            </a:r>
          </a:p>
          <a:p>
            <a:r>
              <a:rPr lang="en-US" dirty="0"/>
              <a:t>This project seeks to solve the problem of content overload by delivering accurate, personalized movie recommendations that improve user experience, reduce browsing time, and enhance overall satisfaction.</a:t>
            </a:r>
          </a:p>
        </p:txBody>
      </p:sp>
      <p:sp>
        <p:nvSpPr>
          <p:cNvPr id="4" name="Slide Number Placeholder 3"/>
          <p:cNvSpPr>
            <a:spLocks noGrp="1"/>
          </p:cNvSpPr>
          <p:nvPr>
            <p:ph type="sldNum" sz="quarter" idx="5"/>
          </p:nvPr>
        </p:nvSpPr>
        <p:spPr/>
        <p:txBody>
          <a:bodyPr/>
          <a:lstStyle/>
          <a:p>
            <a:fld id="{3025A8E0-A27A-48B4-B626-142953AC4A06}" type="slidenum">
              <a:rPr lang="en-US" smtClean="0"/>
              <a:t>5</a:t>
            </a:fld>
            <a:endParaRPr lang="en-US"/>
          </a:p>
        </p:txBody>
      </p:sp>
    </p:spTree>
    <p:extLst>
      <p:ext uri="{BB962C8B-B14F-4D97-AF65-F5344CB8AC3E}">
        <p14:creationId xmlns:p14="http://schemas.microsoft.com/office/powerpoint/2010/main" val="4059667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script trains a </a:t>
            </a:r>
            <a:r>
              <a:rPr lang="en-US" b="1" dirty="0"/>
              <a:t>movie recommendation model</a:t>
            </a:r>
            <a:r>
              <a:rPr lang="en-US" dirty="0"/>
              <a:t> using </a:t>
            </a:r>
            <a:r>
              <a:rPr lang="en-US" b="1" dirty="0"/>
              <a:t>SVD (Singular Value Decomposition)</a:t>
            </a:r>
            <a:r>
              <a:rPr lang="en-US" dirty="0"/>
              <a:t> from the </a:t>
            </a:r>
            <a:r>
              <a:rPr lang="en-US" sz="1200" kern="1200" dirty="0">
                <a:solidFill>
                  <a:schemeClr val="tx1"/>
                </a:solidFill>
                <a:latin typeface="+mn-lt"/>
                <a:ea typeface="+mn-ea"/>
                <a:cs typeface="+mn-cs"/>
              </a:rPr>
              <a:t>surprise</a:t>
            </a:r>
            <a:r>
              <a:rPr lang="en-US" dirty="0"/>
              <a:t> ML library.</a:t>
            </a:r>
            <a:br>
              <a:rPr lang="en-US" dirty="0"/>
            </a:br>
            <a:r>
              <a:rPr lang="en-US" dirty="0"/>
              <a:t>It learns which movies users </a:t>
            </a:r>
            <a:r>
              <a:rPr lang="en-US" i="1" dirty="0"/>
              <a:t>might</a:t>
            </a:r>
            <a:r>
              <a:rPr lang="en-US" dirty="0"/>
              <a:t> like based on what they already liked.</a:t>
            </a:r>
          </a:p>
          <a:p>
            <a:r>
              <a:rPr lang="en-US" dirty="0"/>
              <a:t>Then it saves predicted recommendations into a </a:t>
            </a:r>
            <a:r>
              <a:rPr lang="en-US" dirty="0" err="1"/>
              <a:t>Supabase</a:t>
            </a:r>
            <a:r>
              <a:rPr lang="en-US" dirty="0"/>
              <a:t> table.</a:t>
            </a:r>
          </a:p>
          <a:p>
            <a:br>
              <a:rPr lang="en-US" dirty="0"/>
            </a:br>
            <a:r>
              <a:rPr lang="en-US" i="1" dirty="0"/>
              <a:t>learns</a:t>
            </a:r>
            <a:r>
              <a:rPr lang="en-US" dirty="0"/>
              <a:t> user latent factors</a:t>
            </a:r>
          </a:p>
          <a:p>
            <a:r>
              <a:rPr lang="en-US" i="1" dirty="0"/>
              <a:t>learns</a:t>
            </a:r>
            <a:r>
              <a:rPr lang="en-US" dirty="0"/>
              <a:t> movie latent factors</a:t>
            </a:r>
          </a:p>
          <a:p>
            <a:r>
              <a:rPr lang="en-US" dirty="0"/>
              <a:t>uses stochastic </a:t>
            </a:r>
            <a:r>
              <a:rPr lang="en-US" b="1" dirty="0"/>
              <a:t>gradient descent</a:t>
            </a:r>
            <a:r>
              <a:rPr lang="en-US" dirty="0"/>
              <a:t> to minimize prediction error</a:t>
            </a:r>
          </a:p>
          <a:p>
            <a:r>
              <a:rPr lang="en-US" dirty="0"/>
              <a:t>predicts user ratings for unseen movies</a:t>
            </a:r>
          </a:p>
          <a:p>
            <a:endParaRPr lang="en-US" dirty="0"/>
          </a:p>
        </p:txBody>
      </p:sp>
      <p:sp>
        <p:nvSpPr>
          <p:cNvPr id="4" name="Slide Number Placeholder 3"/>
          <p:cNvSpPr>
            <a:spLocks noGrp="1"/>
          </p:cNvSpPr>
          <p:nvPr>
            <p:ph type="sldNum" sz="quarter" idx="5"/>
          </p:nvPr>
        </p:nvSpPr>
        <p:spPr/>
        <p:txBody>
          <a:bodyPr/>
          <a:lstStyle/>
          <a:p>
            <a:fld id="{3025A8E0-A27A-48B4-B626-142953AC4A06}" type="slidenum">
              <a:rPr lang="en-US" smtClean="0"/>
              <a:t>6</a:t>
            </a:fld>
            <a:endParaRPr lang="en-US"/>
          </a:p>
        </p:txBody>
      </p:sp>
    </p:spTree>
    <p:extLst>
      <p:ext uri="{BB962C8B-B14F-4D97-AF65-F5344CB8AC3E}">
        <p14:creationId xmlns:p14="http://schemas.microsoft.com/office/powerpoint/2010/main" val="3081033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Skips already liked, uses SVD score, checks how many genres match, 	</a:t>
            </a:r>
            <a:r>
              <a:rPr lang="en-US" dirty="0" err="1"/>
              <a:t>tmdb</a:t>
            </a:r>
            <a:r>
              <a:rPr lang="en-US" dirty="0"/>
              <a:t> rating, combines into hybrid score.</a:t>
            </a:r>
            <a:br>
              <a:rPr lang="en-US" dirty="0"/>
            </a:br>
            <a:r>
              <a:rPr lang="en-US" dirty="0"/>
              <a:t>Result </a:t>
            </a:r>
            <a:r>
              <a:rPr lang="en-US" b="1" dirty="0"/>
              <a:t>✔️ Collaborative filtering (SVD)</a:t>
            </a:r>
          </a:p>
          <a:p>
            <a:r>
              <a:rPr lang="en-US" b="1" dirty="0"/>
              <a:t>✔️ Content-based filtering (genres)</a:t>
            </a:r>
          </a:p>
          <a:p>
            <a:r>
              <a:rPr lang="en-US" b="1" dirty="0"/>
              <a:t>✔️ Popularity ranking (TMDB rating)</a:t>
            </a:r>
          </a:p>
          <a:p>
            <a:endParaRPr lang="en-US" dirty="0"/>
          </a:p>
          <a:p>
            <a:endParaRPr lang="en-US" dirty="0"/>
          </a:p>
        </p:txBody>
      </p:sp>
      <p:sp>
        <p:nvSpPr>
          <p:cNvPr id="4" name="Slide Number Placeholder 3"/>
          <p:cNvSpPr>
            <a:spLocks noGrp="1"/>
          </p:cNvSpPr>
          <p:nvPr>
            <p:ph type="sldNum" sz="quarter" idx="5"/>
          </p:nvPr>
        </p:nvSpPr>
        <p:spPr/>
        <p:txBody>
          <a:bodyPr/>
          <a:lstStyle/>
          <a:p>
            <a:fld id="{3025A8E0-A27A-48B4-B626-142953AC4A06}" type="slidenum">
              <a:rPr lang="en-US" smtClean="0"/>
              <a:t>8</a:t>
            </a:fld>
            <a:endParaRPr lang="en-US"/>
          </a:p>
        </p:txBody>
      </p:sp>
    </p:spTree>
    <p:extLst>
      <p:ext uri="{BB962C8B-B14F-4D97-AF65-F5344CB8AC3E}">
        <p14:creationId xmlns:p14="http://schemas.microsoft.com/office/powerpoint/2010/main" val="1219515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the system recommends movies across many genres</a:t>
            </a:r>
          </a:p>
        </p:txBody>
      </p:sp>
      <p:sp>
        <p:nvSpPr>
          <p:cNvPr id="4" name="Slide Number Placeholder 3"/>
          <p:cNvSpPr>
            <a:spLocks noGrp="1"/>
          </p:cNvSpPr>
          <p:nvPr>
            <p:ph type="sldNum" sz="quarter" idx="5"/>
          </p:nvPr>
        </p:nvSpPr>
        <p:spPr/>
        <p:txBody>
          <a:bodyPr/>
          <a:lstStyle/>
          <a:p>
            <a:fld id="{3025A8E0-A27A-48B4-B626-142953AC4A06}" type="slidenum">
              <a:rPr lang="en-US" smtClean="0"/>
              <a:t>12</a:t>
            </a:fld>
            <a:endParaRPr lang="en-US"/>
          </a:p>
        </p:txBody>
      </p:sp>
    </p:spTree>
    <p:extLst>
      <p:ext uri="{BB962C8B-B14F-4D97-AF65-F5344CB8AC3E}">
        <p14:creationId xmlns:p14="http://schemas.microsoft.com/office/powerpoint/2010/main" val="3932462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ensuring movies the user already liked are excluded</a:t>
            </a:r>
          </a:p>
        </p:txBody>
      </p:sp>
      <p:sp>
        <p:nvSpPr>
          <p:cNvPr id="4" name="Slide Number Placeholder 3"/>
          <p:cNvSpPr>
            <a:spLocks noGrp="1"/>
          </p:cNvSpPr>
          <p:nvPr>
            <p:ph type="sldNum" sz="quarter" idx="5"/>
          </p:nvPr>
        </p:nvSpPr>
        <p:spPr/>
        <p:txBody>
          <a:bodyPr/>
          <a:lstStyle/>
          <a:p>
            <a:fld id="{3025A8E0-A27A-48B4-B626-142953AC4A06}" type="slidenum">
              <a:rPr lang="en-US" smtClean="0"/>
              <a:t>13</a:t>
            </a:fld>
            <a:endParaRPr lang="en-US"/>
          </a:p>
        </p:txBody>
      </p:sp>
    </p:spTree>
    <p:extLst>
      <p:ext uri="{BB962C8B-B14F-4D97-AF65-F5344CB8AC3E}">
        <p14:creationId xmlns:p14="http://schemas.microsoft.com/office/powerpoint/2010/main" val="4107209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and scalability when analyzing large TMDB datasets</a:t>
            </a:r>
          </a:p>
        </p:txBody>
      </p:sp>
      <p:sp>
        <p:nvSpPr>
          <p:cNvPr id="4" name="Slide Number Placeholder 3"/>
          <p:cNvSpPr>
            <a:spLocks noGrp="1"/>
          </p:cNvSpPr>
          <p:nvPr>
            <p:ph type="sldNum" sz="quarter" idx="5"/>
          </p:nvPr>
        </p:nvSpPr>
        <p:spPr/>
        <p:txBody>
          <a:bodyPr/>
          <a:lstStyle/>
          <a:p>
            <a:fld id="{3025A8E0-A27A-48B4-B626-142953AC4A06}" type="slidenum">
              <a:rPr lang="en-US" smtClean="0"/>
              <a:t>14</a:t>
            </a:fld>
            <a:endParaRPr lang="en-US"/>
          </a:p>
        </p:txBody>
      </p:sp>
    </p:spTree>
    <p:extLst>
      <p:ext uri="{BB962C8B-B14F-4D97-AF65-F5344CB8AC3E}">
        <p14:creationId xmlns:p14="http://schemas.microsoft.com/office/powerpoint/2010/main" val="3570873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EFAF2-1B95-4B64-AD4B-986E4F74B7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BC3432-8332-DE22-1DBB-1D83C62324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465C2E-19D6-B5D8-01F9-C1E0A76729A0}"/>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5" name="Footer Placeholder 4">
            <a:extLst>
              <a:ext uri="{FF2B5EF4-FFF2-40B4-BE49-F238E27FC236}">
                <a16:creationId xmlns:a16="http://schemas.microsoft.com/office/drawing/2014/main" id="{67054F19-9252-A1B1-A6E7-653E870A3E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129AE3-716A-6882-E805-57639306A007}"/>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408134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B525-3379-86AF-C148-714C9E1C58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D0B714-CE50-7E84-CD91-39F3A1324D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26FA80-9547-6ACB-2651-EEC646DA0286}"/>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5" name="Footer Placeholder 4">
            <a:extLst>
              <a:ext uri="{FF2B5EF4-FFF2-40B4-BE49-F238E27FC236}">
                <a16:creationId xmlns:a16="http://schemas.microsoft.com/office/drawing/2014/main" id="{C0C8E17E-533F-3116-80C4-AE7F632787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30113-C5DE-5393-4737-7BFA7F410831}"/>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2883008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4AD61-BE75-8498-9D97-098975FD90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07362B-B363-291F-70C2-603899943A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54D484-940B-E224-C0D4-B214396C10C7}"/>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5" name="Footer Placeholder 4">
            <a:extLst>
              <a:ext uri="{FF2B5EF4-FFF2-40B4-BE49-F238E27FC236}">
                <a16:creationId xmlns:a16="http://schemas.microsoft.com/office/drawing/2014/main" id="{7F3FB88F-7EC3-C0E4-52EC-D4522AFD1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C885F-FCE4-68CB-468D-4C77D330D513}"/>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76178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80EE-AAF5-66A3-7C5D-55C26A80A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A2468D-5463-51C6-B744-4B39CC7E72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2F0AE1-457A-F4C4-854B-38318E8608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7F42A3-9809-24FB-9587-1120A78C5079}"/>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6" name="Footer Placeholder 5">
            <a:extLst>
              <a:ext uri="{FF2B5EF4-FFF2-40B4-BE49-F238E27FC236}">
                <a16:creationId xmlns:a16="http://schemas.microsoft.com/office/drawing/2014/main" id="{A47DD869-07DD-2F65-0B65-59F49CB124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B346EA-4AB8-D399-761C-F072043A4AE9}"/>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51168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FF49-9473-30A9-5C9D-464C0FC580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1CA596-6EC8-4B48-F0E5-D741EE5AE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8F5210-2E81-114E-746A-9F58277329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FAC2FE-673A-A7F6-C32C-031C450905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8E57F1-DF4E-80EB-6BF1-B9230BE30A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A41F46-D38C-EEEC-0DFF-76CE34C9C4F0}"/>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8" name="Footer Placeholder 7">
            <a:extLst>
              <a:ext uri="{FF2B5EF4-FFF2-40B4-BE49-F238E27FC236}">
                <a16:creationId xmlns:a16="http://schemas.microsoft.com/office/drawing/2014/main" id="{D8426D79-A06D-5A4E-6356-3E78E62D0A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464C01-E52B-D02D-26F5-84E9607A1818}"/>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207463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03AF-09C4-5378-B7DB-79924B5D43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D96A0D-6EA3-92BA-ED57-8363DF832AB9}"/>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4" name="Footer Placeholder 3">
            <a:extLst>
              <a:ext uri="{FF2B5EF4-FFF2-40B4-BE49-F238E27FC236}">
                <a16:creationId xmlns:a16="http://schemas.microsoft.com/office/drawing/2014/main" id="{E704E8C6-83AD-F4FC-6CFF-1C845B55F0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E4FC98-DFA9-2B9F-2F98-23836C81E9C3}"/>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722440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6CD48E-5524-3854-8F0C-3F362A42A8E9}"/>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3" name="Footer Placeholder 2">
            <a:extLst>
              <a:ext uri="{FF2B5EF4-FFF2-40B4-BE49-F238E27FC236}">
                <a16:creationId xmlns:a16="http://schemas.microsoft.com/office/drawing/2014/main" id="{5B8A00A9-A57B-B49A-7948-EE7525BF01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7B6E89-3DC9-F08D-73C5-A25887C164C4}"/>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965760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9EEF9-1592-351B-446D-8A13872F9F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D494FA-DEE8-3C4C-316F-7C4FD7C242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6BF9F6-8E72-99C5-58CF-C3830D806F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99BDC1-36FC-EA54-EED4-4F6D5290EC26}"/>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6" name="Footer Placeholder 5">
            <a:extLst>
              <a:ext uri="{FF2B5EF4-FFF2-40B4-BE49-F238E27FC236}">
                <a16:creationId xmlns:a16="http://schemas.microsoft.com/office/drawing/2014/main" id="{FF87BE75-4D35-C4E0-ED8E-591733DEC5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C918C0-B4EF-1A31-D863-0B4DDD0A55FE}"/>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656821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3B5E8-9AF6-C19C-02FA-7C2BBACACC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6D39B9-558C-36BD-FF6D-334F37A87B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0F4D92-2E6C-8EAD-070C-A6ECD9EFC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FA70D-1E18-EC42-6292-1A72F7050196}"/>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6" name="Footer Placeholder 5">
            <a:extLst>
              <a:ext uri="{FF2B5EF4-FFF2-40B4-BE49-F238E27FC236}">
                <a16:creationId xmlns:a16="http://schemas.microsoft.com/office/drawing/2014/main" id="{B069B07D-A2AD-69D1-720C-D738ED635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966A5-09E2-CC7D-EBDE-4792B11B508E}"/>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1342461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3D29-8CF8-B022-81B6-921ED7D22B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AB676C-D320-3737-4F07-DB27A12535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EF7C1D-0E25-CF6F-527A-D39B7D9E0B60}"/>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5" name="Footer Placeholder 4">
            <a:extLst>
              <a:ext uri="{FF2B5EF4-FFF2-40B4-BE49-F238E27FC236}">
                <a16:creationId xmlns:a16="http://schemas.microsoft.com/office/drawing/2014/main" id="{23A7C53F-DA21-E6E4-3729-0D72DFC15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7B7612-C7B8-10E3-4F95-3A33D650A721}"/>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427795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84D4D0-9128-6382-C400-020905416B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BC4CB8-39D4-7658-9A48-728842E117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31E53E-26EA-B7F1-A395-780F342474DA}"/>
              </a:ext>
            </a:extLst>
          </p:cNvPr>
          <p:cNvSpPr>
            <a:spLocks noGrp="1"/>
          </p:cNvSpPr>
          <p:nvPr>
            <p:ph type="dt" sz="half" idx="10"/>
          </p:nvPr>
        </p:nvSpPr>
        <p:spPr/>
        <p:txBody>
          <a:bodyPr/>
          <a:lstStyle/>
          <a:p>
            <a:fld id="{7D92D934-C1E1-4F35-8ECC-9972AA97D066}" type="datetimeFigureOut">
              <a:rPr lang="en-US" smtClean="0"/>
              <a:t>11/20/2025</a:t>
            </a:fld>
            <a:endParaRPr lang="en-US"/>
          </a:p>
        </p:txBody>
      </p:sp>
      <p:sp>
        <p:nvSpPr>
          <p:cNvPr id="5" name="Footer Placeholder 4">
            <a:extLst>
              <a:ext uri="{FF2B5EF4-FFF2-40B4-BE49-F238E27FC236}">
                <a16:creationId xmlns:a16="http://schemas.microsoft.com/office/drawing/2014/main" id="{B8D74A16-D303-3852-EF74-34605D0B3F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AD7459-B47F-E540-47EE-E6ED075F4004}"/>
              </a:ext>
            </a:extLst>
          </p:cNvPr>
          <p:cNvSpPr>
            <a:spLocks noGrp="1"/>
          </p:cNvSpPr>
          <p:nvPr>
            <p:ph type="sldNum" sz="quarter" idx="12"/>
          </p:nvPr>
        </p:nvSpPr>
        <p:spPr/>
        <p:txBody>
          <a:bodyPr/>
          <a:lstStyle/>
          <a:p>
            <a:fld id="{F92C93D0-8EBE-4919-8734-2FDE6BB59DDE}" type="slidenum">
              <a:rPr lang="en-US" smtClean="0"/>
              <a:t>‹#›</a:t>
            </a:fld>
            <a:endParaRPr lang="en-US"/>
          </a:p>
        </p:txBody>
      </p:sp>
    </p:spTree>
    <p:extLst>
      <p:ext uri="{BB962C8B-B14F-4D97-AF65-F5344CB8AC3E}">
        <p14:creationId xmlns:p14="http://schemas.microsoft.com/office/powerpoint/2010/main" val="3289433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572F0-B264-CB1C-2058-5C1027E2B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3A8155-C30A-4B93-1C6D-BFE97B5DEE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06F00B-58B9-A649-3040-22B69F4D38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92D934-C1E1-4F35-8ECC-9972AA97D066}" type="datetimeFigureOut">
              <a:rPr lang="en-US" smtClean="0"/>
              <a:t>11/20/2025</a:t>
            </a:fld>
            <a:endParaRPr lang="en-US"/>
          </a:p>
        </p:txBody>
      </p:sp>
      <p:sp>
        <p:nvSpPr>
          <p:cNvPr id="5" name="Footer Placeholder 4">
            <a:extLst>
              <a:ext uri="{FF2B5EF4-FFF2-40B4-BE49-F238E27FC236}">
                <a16:creationId xmlns:a16="http://schemas.microsoft.com/office/drawing/2014/main" id="{A149BEC3-38B8-7B8F-2169-73468413D7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ADA6FC5-A36F-262B-FB0D-5FAE12AD0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2C93D0-8EBE-4919-8734-2FDE6BB59DDE}" type="slidenum">
              <a:rPr lang="en-US" smtClean="0"/>
              <a:t>‹#›</a:t>
            </a:fld>
            <a:endParaRPr lang="en-US"/>
          </a:p>
        </p:txBody>
      </p:sp>
    </p:spTree>
    <p:extLst>
      <p:ext uri="{BB962C8B-B14F-4D97-AF65-F5344CB8AC3E}">
        <p14:creationId xmlns:p14="http://schemas.microsoft.com/office/powerpoint/2010/main" val="976719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501A975-1F0A-263E-A896-4FD4B5522AD2}"/>
              </a:ext>
            </a:extLst>
          </p:cNvPr>
          <p:cNvSpPr>
            <a:spLocks noGrp="1"/>
          </p:cNvSpPr>
          <p:nvPr>
            <p:ph type="ctrTitle"/>
          </p:nvPr>
        </p:nvSpPr>
        <p:spPr>
          <a:xfrm>
            <a:off x="3880430" y="583345"/>
            <a:ext cx="7160357" cy="4164820"/>
          </a:xfrm>
        </p:spPr>
        <p:txBody>
          <a:bodyPr anchor="t">
            <a:normAutofit/>
          </a:bodyPr>
          <a:lstStyle/>
          <a:p>
            <a:pPr algn="r"/>
            <a:r>
              <a:rPr lang="en-US" sz="8000">
                <a:solidFill>
                  <a:srgbClr val="FFFFFF"/>
                </a:solidFill>
              </a:rPr>
              <a:t>Moviemeter</a:t>
            </a:r>
          </a:p>
        </p:txBody>
      </p:sp>
      <p:sp>
        <p:nvSpPr>
          <p:cNvPr id="3" name="Subtitle 2">
            <a:extLst>
              <a:ext uri="{FF2B5EF4-FFF2-40B4-BE49-F238E27FC236}">
                <a16:creationId xmlns:a16="http://schemas.microsoft.com/office/drawing/2014/main" id="{28DF4B77-5B52-A1FF-EF98-1F67EB7FF96E}"/>
              </a:ext>
            </a:extLst>
          </p:cNvPr>
          <p:cNvSpPr>
            <a:spLocks noGrp="1"/>
          </p:cNvSpPr>
          <p:nvPr>
            <p:ph type="subTitle" idx="1"/>
          </p:nvPr>
        </p:nvSpPr>
        <p:spPr>
          <a:xfrm>
            <a:off x="1208228" y="5972174"/>
            <a:ext cx="8578699" cy="504825"/>
          </a:xfrm>
        </p:spPr>
        <p:txBody>
          <a:bodyPr>
            <a:normAutofit/>
          </a:bodyPr>
          <a:lstStyle/>
          <a:p>
            <a:pPr algn="l"/>
            <a:r>
              <a:rPr lang="en-US" sz="2000" dirty="0">
                <a:solidFill>
                  <a:srgbClr val="FFFFFF"/>
                </a:solidFill>
              </a:rPr>
              <a:t>By: Hunter Smith, Guillermo Flores, Darien Walker</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pic>
        <p:nvPicPr>
          <p:cNvPr id="1028" name="Picture 4" descr="IMDb's top 20 best rated films of all time! Agree or disagree with this  list? Is there a film that should have cracked top twenty? : r/FIlm">
            <a:extLst>
              <a:ext uri="{FF2B5EF4-FFF2-40B4-BE49-F238E27FC236}">
                <a16:creationId xmlns:a16="http://schemas.microsoft.com/office/drawing/2014/main" id="{E4C7F075-A95C-9FBE-A471-A446D1FE1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039" y="223540"/>
            <a:ext cx="4420075" cy="5525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2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1330E-B4B8-D538-2564-02E0258B6E3A}"/>
              </a:ext>
            </a:extLst>
          </p:cNvPr>
          <p:cNvSpPr>
            <a:spLocks noGrp="1"/>
          </p:cNvSpPr>
          <p:nvPr>
            <p:ph type="title"/>
          </p:nvPr>
        </p:nvSpPr>
        <p:spPr/>
        <p:txBody>
          <a:bodyPr/>
          <a:lstStyle/>
          <a:p>
            <a:r>
              <a:rPr lang="en-US"/>
              <a:t>Rubric 1</a:t>
            </a:r>
          </a:p>
        </p:txBody>
      </p:sp>
      <p:sp>
        <p:nvSpPr>
          <p:cNvPr id="3" name="Content Placeholder 2">
            <a:extLst>
              <a:ext uri="{FF2B5EF4-FFF2-40B4-BE49-F238E27FC236}">
                <a16:creationId xmlns:a16="http://schemas.microsoft.com/office/drawing/2014/main" id="{33A3629A-093F-CA36-405D-3D61659E3D19}"/>
              </a:ext>
            </a:extLst>
          </p:cNvPr>
          <p:cNvSpPr>
            <a:spLocks noGrp="1"/>
          </p:cNvSpPr>
          <p:nvPr>
            <p:ph idx="1"/>
          </p:nvPr>
        </p:nvSpPr>
        <p:spPr/>
        <p:txBody>
          <a:bodyPr>
            <a:normAutofit fontScale="55000" lnSpcReduction="20000"/>
          </a:bodyPr>
          <a:lstStyle/>
          <a:p>
            <a:pPr marL="0" indent="0">
              <a:buNone/>
            </a:pPr>
            <a:r>
              <a:rPr lang="en-US" sz="2900" b="1" dirty="0"/>
              <a:t>1. Content and Understanding (30 points)</a:t>
            </a:r>
          </a:p>
          <a:p>
            <a:pPr marL="0" indent="0">
              <a:buNone/>
            </a:pPr>
            <a:br>
              <a:rPr lang="en-US" dirty="0"/>
            </a:br>
            <a:r>
              <a:rPr lang="en-US" dirty="0"/>
              <a:t>• Problem Definition (10 pts):</a:t>
            </a:r>
            <a:br>
              <a:rPr lang="en-US" dirty="0"/>
            </a:br>
            <a:r>
              <a:rPr lang="en-US" dirty="0"/>
              <a:t>Clearly explains the problem being addressed and why it is important or relevant.</a:t>
            </a:r>
            <a:br>
              <a:rPr lang="en-US" dirty="0"/>
            </a:br>
            <a:r>
              <a:rPr lang="en-US" dirty="0"/>
              <a:t>o 10: Exceptionally clear and insightful</a:t>
            </a:r>
            <a:br>
              <a:rPr lang="en-US" dirty="0"/>
            </a:br>
            <a:r>
              <a:rPr lang="en-US" dirty="0"/>
              <a:t>o 8: Clear, with good context</a:t>
            </a:r>
            <a:br>
              <a:rPr lang="en-US" dirty="0"/>
            </a:br>
            <a:r>
              <a:rPr lang="en-US" dirty="0"/>
              <a:t>o 6: Somewhat vague or incomplete</a:t>
            </a:r>
            <a:br>
              <a:rPr lang="en-US" dirty="0"/>
            </a:br>
            <a:r>
              <a:rPr lang="en-US" dirty="0"/>
              <a:t>o 4: Poorly defined or unclear</a:t>
            </a:r>
          </a:p>
          <a:p>
            <a:pPr marL="0" indent="0">
              <a:buNone/>
            </a:pPr>
            <a:br>
              <a:rPr lang="en-US" dirty="0"/>
            </a:br>
            <a:r>
              <a:rPr lang="en-US" dirty="0"/>
              <a:t>• AI Methodology and Approach (10 pts):</a:t>
            </a:r>
            <a:br>
              <a:rPr lang="en-US" dirty="0"/>
            </a:br>
            <a:r>
              <a:rPr lang="en-US" dirty="0"/>
              <a:t>Demonstrates understanding of AI methods (e.g., ML model, NLP, computer vision, etc.)</a:t>
            </a:r>
            <a:br>
              <a:rPr lang="en-US" dirty="0"/>
            </a:br>
            <a:r>
              <a:rPr lang="en-US" dirty="0"/>
              <a:t>and explains how they are applied.</a:t>
            </a:r>
            <a:br>
              <a:rPr lang="en-US" dirty="0"/>
            </a:br>
            <a:r>
              <a:rPr lang="en-US" dirty="0"/>
              <a:t>o 10: Strong understanding and clear explanation</a:t>
            </a:r>
            <a:br>
              <a:rPr lang="en-US" dirty="0"/>
            </a:br>
            <a:r>
              <a:rPr lang="en-US" dirty="0"/>
              <a:t>o 8: Adequate explanation, minor gaps</a:t>
            </a:r>
            <a:br>
              <a:rPr lang="en-US" dirty="0"/>
            </a:br>
            <a:r>
              <a:rPr lang="en-US" dirty="0"/>
              <a:t>o 6: Basic mention with limited understanding</a:t>
            </a:r>
            <a:br>
              <a:rPr lang="en-US" dirty="0"/>
            </a:br>
            <a:r>
              <a:rPr lang="en-US" dirty="0"/>
              <a:t>o 4: Unclear or incorrect description</a:t>
            </a:r>
          </a:p>
          <a:p>
            <a:pPr marL="0" indent="0">
              <a:buNone/>
            </a:pPr>
            <a:br>
              <a:rPr lang="en-US" dirty="0"/>
            </a:br>
            <a:r>
              <a:rPr lang="en-US" dirty="0"/>
              <a:t>• Results and Analysis (10 pts):</a:t>
            </a:r>
            <a:br>
              <a:rPr lang="en-US" dirty="0"/>
            </a:br>
            <a:r>
              <a:rPr lang="en-US" dirty="0"/>
              <a:t>Shows evidence of testing, results, or demonstrations; interprets findings logically.</a:t>
            </a:r>
            <a:br>
              <a:rPr lang="en-US" dirty="0"/>
            </a:br>
            <a:r>
              <a:rPr lang="en-US" dirty="0"/>
              <a:t>o 10: Comprehensive results with analysis</a:t>
            </a:r>
            <a:br>
              <a:rPr lang="en-US" dirty="0"/>
            </a:br>
            <a:r>
              <a:rPr lang="en-US" dirty="0"/>
              <a:t>o 8: Reasonable results and interpretation</a:t>
            </a:r>
            <a:br>
              <a:rPr lang="en-US" dirty="0"/>
            </a:br>
            <a:r>
              <a:rPr lang="en-US" dirty="0"/>
              <a:t>o 6: Limited results or unclear explanation</a:t>
            </a:r>
            <a:br>
              <a:rPr lang="en-US" dirty="0"/>
            </a:br>
            <a:r>
              <a:rPr lang="en-US" dirty="0"/>
              <a:t>o 4: Missing or poorly interpreted results</a:t>
            </a:r>
            <a:br>
              <a:rPr lang="en-US" dirty="0"/>
            </a:br>
            <a:endParaRPr lang="en-US" dirty="0"/>
          </a:p>
        </p:txBody>
      </p:sp>
    </p:spTree>
    <p:extLst>
      <p:ext uri="{BB962C8B-B14F-4D97-AF65-F5344CB8AC3E}">
        <p14:creationId xmlns:p14="http://schemas.microsoft.com/office/powerpoint/2010/main" val="281703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0BEE-AA7C-7DDB-9C62-1085D4F6AE2C}"/>
              </a:ext>
            </a:extLst>
          </p:cNvPr>
          <p:cNvSpPr>
            <a:spLocks noGrp="1"/>
          </p:cNvSpPr>
          <p:nvPr>
            <p:ph type="title"/>
          </p:nvPr>
        </p:nvSpPr>
        <p:spPr/>
        <p:txBody>
          <a:bodyPr/>
          <a:lstStyle/>
          <a:p>
            <a:r>
              <a:rPr lang="en-US"/>
              <a:t>Rubric 2 (Design and Delivery)</a:t>
            </a:r>
          </a:p>
        </p:txBody>
      </p:sp>
      <p:sp>
        <p:nvSpPr>
          <p:cNvPr id="3" name="Content Placeholder 2">
            <a:extLst>
              <a:ext uri="{FF2B5EF4-FFF2-40B4-BE49-F238E27FC236}">
                <a16:creationId xmlns:a16="http://schemas.microsoft.com/office/drawing/2014/main" id="{D1AA1BA2-6F57-B904-AEAE-C68A17CEB5F1}"/>
              </a:ext>
            </a:extLst>
          </p:cNvPr>
          <p:cNvSpPr>
            <a:spLocks noGrp="1"/>
          </p:cNvSpPr>
          <p:nvPr>
            <p:ph idx="1"/>
          </p:nvPr>
        </p:nvSpPr>
        <p:spPr/>
        <p:txBody>
          <a:bodyPr>
            <a:normAutofit fontScale="40000" lnSpcReduction="20000"/>
          </a:bodyPr>
          <a:lstStyle/>
          <a:p>
            <a:pPr marL="0" indent="0">
              <a:buNone/>
            </a:pPr>
            <a:r>
              <a:rPr lang="en-US" sz="4300" b="1"/>
              <a:t>2. Slide Design and Organization (25 points)</a:t>
            </a:r>
            <a:br>
              <a:rPr lang="en-US"/>
            </a:br>
            <a:r>
              <a:rPr lang="en-US"/>
              <a:t>• Clarity and Flow (10 pts):</a:t>
            </a:r>
            <a:br>
              <a:rPr lang="en-US"/>
            </a:br>
            <a:r>
              <a:rPr lang="en-US"/>
              <a:t>Slides are well-structured and easy to follow. Logical sequence from problem → method</a:t>
            </a:r>
            <a:br>
              <a:rPr lang="en-US"/>
            </a:br>
            <a:r>
              <a:rPr lang="en-US"/>
              <a:t>→ results → conclusion.</a:t>
            </a:r>
            <a:br>
              <a:rPr lang="en-US"/>
            </a:br>
            <a:r>
              <a:rPr lang="en-US"/>
              <a:t>• Visual Design (10 pts):</a:t>
            </a:r>
            <a:br>
              <a:rPr lang="en-US"/>
            </a:br>
            <a:r>
              <a:rPr lang="en-US"/>
              <a:t>Appropriate use of visuals, figures, and text. Balanced, readable, and professional-</a:t>
            </a:r>
            <a:br>
              <a:rPr lang="en-US"/>
            </a:br>
            <a:r>
              <a:rPr lang="en-US"/>
              <a:t>looking.</a:t>
            </a:r>
            <a:br>
              <a:rPr lang="en-US"/>
            </a:br>
            <a:r>
              <a:rPr lang="en-US"/>
              <a:t>• Proper Attribution (5 pts):</a:t>
            </a:r>
            <a:br>
              <a:rPr lang="en-US"/>
            </a:br>
            <a:r>
              <a:rPr lang="en-US"/>
              <a:t>Sources, data, and tools are properly cited on slides.</a:t>
            </a:r>
          </a:p>
          <a:p>
            <a:pPr marL="0" indent="0">
              <a:buNone/>
            </a:pPr>
            <a:br>
              <a:rPr lang="en-US" sz="3700" b="1"/>
            </a:br>
            <a:r>
              <a:rPr lang="en-US" sz="4300" b="1"/>
              <a:t>3. Presentation Delivery (30 points)</a:t>
            </a:r>
            <a:br>
              <a:rPr lang="en-US" sz="3700" b="1"/>
            </a:br>
            <a:r>
              <a:rPr lang="en-US"/>
              <a:t>• Oral Communication (10 pts):</a:t>
            </a:r>
            <a:br>
              <a:rPr lang="en-US"/>
            </a:br>
            <a:r>
              <a:rPr lang="en-US"/>
              <a:t>Clear, confident speaking; appropriate pacing; avoids reading directly from slides.</a:t>
            </a:r>
            <a:br>
              <a:rPr lang="en-US"/>
            </a:br>
            <a:r>
              <a:rPr lang="en-US"/>
              <a:t>• Team Collaboration (10 pts):</a:t>
            </a:r>
            <a:br>
              <a:rPr lang="en-US"/>
            </a:br>
            <a:r>
              <a:rPr lang="en-US"/>
              <a:t>All team members contribute meaningfully; balanced participation.</a:t>
            </a:r>
          </a:p>
          <a:p>
            <a:pPr marL="0" indent="0">
              <a:buNone/>
            </a:pPr>
            <a:r>
              <a:rPr lang="en-US"/>
              <a:t>• Engagement and Questions (10 pts):</a:t>
            </a:r>
            <a:br>
              <a:rPr lang="en-US"/>
            </a:br>
            <a:r>
              <a:rPr lang="en-US"/>
              <a:t>Maintains audience interest, handles questions thoughtfully.</a:t>
            </a:r>
          </a:p>
          <a:p>
            <a:pPr marL="0" indent="0">
              <a:buNone/>
            </a:pPr>
            <a:br>
              <a:rPr lang="en-US"/>
            </a:br>
            <a:r>
              <a:rPr lang="en-US" sz="3500" b="1"/>
              <a:t>4. Professionalism and Timing (15 points)</a:t>
            </a:r>
            <a:br>
              <a:rPr lang="en-US"/>
            </a:br>
            <a:r>
              <a:rPr lang="en-US"/>
              <a:t>• Adherence to Time Limit (5 pts):</a:t>
            </a:r>
            <a:br>
              <a:rPr lang="en-US"/>
            </a:br>
            <a:r>
              <a:rPr lang="en-US"/>
              <a:t>Presentation stays within the allotted time (e.g., 8–10 minutes).</a:t>
            </a:r>
            <a:br>
              <a:rPr lang="en-US"/>
            </a:br>
            <a:r>
              <a:rPr lang="en-US"/>
              <a:t>• Professional Conduct (5 pts):</a:t>
            </a:r>
            <a:br>
              <a:rPr lang="en-US"/>
            </a:br>
            <a:r>
              <a:rPr lang="en-US"/>
              <a:t>Shows preparedness, enthusiasm, and respect.</a:t>
            </a:r>
            <a:br>
              <a:rPr lang="en-US"/>
            </a:br>
            <a:r>
              <a:rPr lang="en-US"/>
              <a:t>• Technical Readiness (5 pts):</a:t>
            </a:r>
            <a:br>
              <a:rPr lang="en-US"/>
            </a:br>
            <a:r>
              <a:rPr lang="en-US"/>
              <a:t>Slides, demos, and transitions run smoothly without major technical issues.</a:t>
            </a:r>
            <a:br>
              <a:rPr lang="en-US"/>
            </a:br>
            <a:r>
              <a:rPr lang="en-US"/>
              <a:t>Total: 100 points</a:t>
            </a:r>
            <a:br>
              <a:rPr lang="en-US"/>
            </a:br>
            <a:r>
              <a:rPr lang="en-US"/>
              <a:t>Notes: Grades for each member in a group may differ according to contributions in work</a:t>
            </a:r>
            <a:br>
              <a:rPr lang="en-US"/>
            </a:br>
            <a:r>
              <a:rPr lang="en-US"/>
              <a:t>and presentation delivery</a:t>
            </a:r>
          </a:p>
        </p:txBody>
      </p:sp>
    </p:spTree>
    <p:extLst>
      <p:ext uri="{BB962C8B-B14F-4D97-AF65-F5344CB8AC3E}">
        <p14:creationId xmlns:p14="http://schemas.microsoft.com/office/powerpoint/2010/main" val="3336757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3C756-8F2A-631C-50E0-E83062DB3A2D}"/>
              </a:ext>
            </a:extLst>
          </p:cNvPr>
          <p:cNvSpPr>
            <a:spLocks noGrp="1"/>
          </p:cNvSpPr>
          <p:nvPr>
            <p:ph type="title"/>
          </p:nvPr>
        </p:nvSpPr>
        <p:spPr>
          <a:xfrm>
            <a:off x="481013" y="3752849"/>
            <a:ext cx="3290887" cy="2452687"/>
          </a:xfrm>
        </p:spPr>
        <p:txBody>
          <a:bodyPr anchor="ctr">
            <a:normAutofit/>
          </a:bodyPr>
          <a:lstStyle/>
          <a:p>
            <a:r>
              <a:rPr lang="en-US" sz="3600" dirty="0"/>
              <a:t>Problem Definition</a:t>
            </a:r>
          </a:p>
        </p:txBody>
      </p:sp>
      <p:pic>
        <p:nvPicPr>
          <p:cNvPr id="1026" name="Picture 2" descr="Too Many Movies, Too Little Time |">
            <a:extLst>
              <a:ext uri="{FF2B5EF4-FFF2-40B4-BE49-F238E27FC236}">
                <a16:creationId xmlns:a16="http://schemas.microsoft.com/office/drawing/2014/main" id="{0EFD3F6E-9684-9D11-8B7A-D2E090AF12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79" b="6388"/>
          <a:stretch>
            <a:fillRect/>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347159A-AA8B-85FF-8E38-91495F744FF1}"/>
              </a:ext>
            </a:extLst>
          </p:cNvPr>
          <p:cNvSpPr>
            <a:spLocks noGrp="1"/>
          </p:cNvSpPr>
          <p:nvPr>
            <p:ph idx="1"/>
          </p:nvPr>
        </p:nvSpPr>
        <p:spPr>
          <a:xfrm>
            <a:off x="4223982" y="3752850"/>
            <a:ext cx="7485413" cy="2452687"/>
          </a:xfrm>
        </p:spPr>
        <p:txBody>
          <a:bodyPr vert="horz" lIns="91440" tIns="45720" rIns="91440" bIns="45720" rtlCol="0" anchor="ctr">
            <a:normAutofit/>
          </a:bodyPr>
          <a:lstStyle/>
          <a:p>
            <a:pPr>
              <a:buNone/>
            </a:pPr>
            <a:r>
              <a:rPr lang="en-US" sz="2000" dirty="0"/>
              <a:t>There is too many movies out there which go under the radar. We don’t want to waste the few free hours searching through a million movies or even worse, watching a bad movie.</a:t>
            </a:r>
          </a:p>
          <a:p>
            <a:pPr>
              <a:buNone/>
            </a:pPr>
            <a:endParaRPr lang="en-US" sz="2000" dirty="0"/>
          </a:p>
          <a:p>
            <a:pPr>
              <a:buNone/>
            </a:pPr>
            <a:r>
              <a:rPr lang="en-US" sz="2000" dirty="0"/>
              <a:t>The goal is to provide a recommendation website that invites the user to find new things they enjoy in an efficient setting.</a:t>
            </a:r>
          </a:p>
          <a:p>
            <a:pPr>
              <a:buNone/>
            </a:pPr>
            <a:endParaRPr lang="en-US" sz="1000" dirty="0">
              <a:latin typeface="Arial"/>
              <a:cs typeface="Arial"/>
            </a:endParaRPr>
          </a:p>
        </p:txBody>
      </p:sp>
    </p:spTree>
    <p:extLst>
      <p:ext uri="{BB962C8B-B14F-4D97-AF65-F5344CB8AC3E}">
        <p14:creationId xmlns:p14="http://schemas.microsoft.com/office/powerpoint/2010/main" val="820991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question mark">
            <a:extLst>
              <a:ext uri="{FF2B5EF4-FFF2-40B4-BE49-F238E27FC236}">
                <a16:creationId xmlns:a16="http://schemas.microsoft.com/office/drawing/2014/main" id="{B3C86C18-6E9F-0DF9-1B66-1E117AA7D9B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7000"/>
                    </a14:imgEffect>
                  </a14:imgLayer>
                </a14:imgProps>
              </a:ext>
            </a:extLst>
          </a:blip>
          <a:srcRect l="211" t="-352" r="-254" b="6549"/>
          <a:stretch>
            <a:fillRect/>
          </a:stretch>
        </p:blipFill>
        <p:spPr>
          <a:xfrm>
            <a:off x="2101" y="9"/>
            <a:ext cx="12197156" cy="6861866"/>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A7B1C0-ACBE-5B85-AD51-1025E455B671}"/>
              </a:ext>
            </a:extLst>
          </p:cNvPr>
          <p:cNvSpPr>
            <a:spLocks noGrp="1"/>
          </p:cNvSpPr>
          <p:nvPr>
            <p:ph type="title"/>
          </p:nvPr>
        </p:nvSpPr>
        <p:spPr>
          <a:xfrm>
            <a:off x="-2103120" y="-2470977"/>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dirty="0">
                <a:solidFill>
                  <a:srgbClr val="FFFFFF"/>
                </a:solidFill>
              </a:rPr>
              <a:t>Solution?</a:t>
            </a:r>
          </a:p>
        </p:txBody>
      </p:sp>
    </p:spTree>
    <p:extLst>
      <p:ext uri="{BB962C8B-B14F-4D97-AF65-F5344CB8AC3E}">
        <p14:creationId xmlns:p14="http://schemas.microsoft.com/office/powerpoint/2010/main" val="2387232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2F9FC-7347-C4AA-FEA6-BE6A17550878}"/>
              </a:ext>
            </a:extLst>
          </p:cNvPr>
          <p:cNvSpPr>
            <a:spLocks noGrp="1"/>
          </p:cNvSpPr>
          <p:nvPr>
            <p:ph type="title"/>
          </p:nvPr>
        </p:nvSpPr>
        <p:spPr/>
        <p:txBody>
          <a:bodyPr/>
          <a:lstStyle/>
          <a:p>
            <a:r>
              <a:rPr lang="en-US"/>
              <a:t>AI Methods and Methodology</a:t>
            </a:r>
          </a:p>
        </p:txBody>
      </p:sp>
      <p:sp>
        <p:nvSpPr>
          <p:cNvPr id="3" name="Content Placeholder 2">
            <a:extLst>
              <a:ext uri="{FF2B5EF4-FFF2-40B4-BE49-F238E27FC236}">
                <a16:creationId xmlns:a16="http://schemas.microsoft.com/office/drawing/2014/main" id="{8C2ADA0D-3EF2-7A88-6311-1F3D1564B422}"/>
              </a:ext>
            </a:extLst>
          </p:cNvPr>
          <p:cNvSpPr>
            <a:spLocks noGrp="1"/>
          </p:cNvSpPr>
          <p:nvPr>
            <p:ph idx="1"/>
          </p:nvPr>
        </p:nvSpPr>
        <p:spPr>
          <a:xfrm>
            <a:off x="838200" y="1801812"/>
            <a:ext cx="10515600" cy="4351338"/>
          </a:xfrm>
        </p:spPr>
        <p:txBody>
          <a:bodyPr vert="horz" lIns="91440" tIns="45720" rIns="91440" bIns="45720" rtlCol="0" anchor="t">
            <a:normAutofit/>
          </a:bodyPr>
          <a:lstStyle/>
          <a:p>
            <a:r>
              <a:rPr lang="en-US" b="1" dirty="0"/>
              <a:t>Scalable storage:</a:t>
            </a:r>
            <a:r>
              <a:rPr lang="en-US" dirty="0"/>
              <a:t> </a:t>
            </a:r>
            <a:r>
              <a:rPr lang="en-US" dirty="0" err="1"/>
              <a:t>Supabase</a:t>
            </a:r>
            <a:r>
              <a:rPr lang="en-US" dirty="0"/>
              <a:t> enables reliable retrieval and deployment of recommendation data.</a:t>
            </a:r>
          </a:p>
          <a:p>
            <a:r>
              <a:rPr lang="en-US" b="1" dirty="0"/>
              <a:t>Collaborative filtering (SVD)</a:t>
            </a:r>
            <a:r>
              <a:rPr lang="en-US" dirty="0"/>
              <a:t> effectively extracts underlying user–movie preference patterns.</a:t>
            </a:r>
          </a:p>
          <a:p>
            <a:r>
              <a:rPr lang="en-US" b="1" dirty="0"/>
              <a:t>Automated training and batch insertion</a:t>
            </a:r>
            <a:r>
              <a:rPr lang="en-US" dirty="0"/>
              <a:t> support periodic refresh cycles for evolving user interactions.</a:t>
            </a:r>
          </a:p>
          <a:p>
            <a:r>
              <a:rPr lang="en-US" b="1" dirty="0"/>
              <a:t>Efficient preprocessing and batching</a:t>
            </a:r>
            <a:r>
              <a:rPr lang="en-US" dirty="0"/>
              <a:t> ensure low computational overhead and maintainability.</a:t>
            </a:r>
          </a:p>
          <a:p>
            <a:endParaRPr lang="en-US" dirty="0"/>
          </a:p>
        </p:txBody>
      </p:sp>
    </p:spTree>
    <p:extLst>
      <p:ext uri="{BB962C8B-B14F-4D97-AF65-F5344CB8AC3E}">
        <p14:creationId xmlns:p14="http://schemas.microsoft.com/office/powerpoint/2010/main" val="581820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BD2C1-A5D1-8E12-153C-580D249338E2}"/>
              </a:ext>
            </a:extLst>
          </p:cNvPr>
          <p:cNvSpPr>
            <a:spLocks noGrp="1"/>
          </p:cNvSpPr>
          <p:nvPr>
            <p:ph type="title"/>
          </p:nvPr>
        </p:nvSpPr>
        <p:spPr/>
        <p:txBody>
          <a:bodyPr/>
          <a:lstStyle/>
          <a:p>
            <a:r>
              <a:rPr lang="en-US" dirty="0"/>
              <a:t>Scoring</a:t>
            </a:r>
          </a:p>
        </p:txBody>
      </p:sp>
      <p:sp>
        <p:nvSpPr>
          <p:cNvPr id="3" name="Content Placeholder 2">
            <a:extLst>
              <a:ext uri="{FF2B5EF4-FFF2-40B4-BE49-F238E27FC236}">
                <a16:creationId xmlns:a16="http://schemas.microsoft.com/office/drawing/2014/main" id="{AEDF5BFD-E5AD-4DF2-937C-1F7E0DB073E0}"/>
              </a:ext>
            </a:extLst>
          </p:cNvPr>
          <p:cNvSpPr>
            <a:spLocks noGrp="1"/>
          </p:cNvSpPr>
          <p:nvPr>
            <p:ph idx="1"/>
          </p:nvPr>
        </p:nvSpPr>
        <p:spPr/>
        <p:txBody>
          <a:bodyPr/>
          <a:lstStyle/>
          <a:p>
            <a:pPr marL="0" indent="0">
              <a:buNone/>
            </a:pPr>
            <a:r>
              <a:rPr lang="en-US" b="1" dirty="0"/>
              <a:t>Collaborative Filtering via SVD (from Surprise library)</a:t>
            </a:r>
          </a:p>
          <a:p>
            <a:r>
              <a:rPr lang="en-US" dirty="0"/>
              <a:t>This learns user preferences from your </a:t>
            </a:r>
            <a:r>
              <a:rPr lang="en-US" b="1" dirty="0" err="1"/>
              <a:t>liked_movies</a:t>
            </a:r>
            <a:r>
              <a:rPr lang="en-US" dirty="0"/>
              <a:t> table.</a:t>
            </a:r>
          </a:p>
          <a:p>
            <a:pPr marL="0" indent="0">
              <a:buNone/>
            </a:pPr>
            <a:r>
              <a:rPr lang="en-US" b="1" dirty="0"/>
              <a:t>Content &amp; popularity signals</a:t>
            </a:r>
          </a:p>
          <a:p>
            <a:r>
              <a:rPr lang="en-US" dirty="0"/>
              <a:t>These come from TMDB rating and genre overlap.</a:t>
            </a:r>
          </a:p>
          <a:p>
            <a:pPr marL="0" indent="0">
              <a:buNone/>
            </a:pPr>
            <a:r>
              <a:rPr lang="en-US" b="1" dirty="0"/>
              <a:t>Hybrid scoring</a:t>
            </a:r>
          </a:p>
          <a:p>
            <a:r>
              <a:rPr lang="en-US" dirty="0"/>
              <a:t>All three (SVD + genre + TMDB rating) are blended to produce the final recommendation score.</a:t>
            </a:r>
          </a:p>
          <a:p>
            <a:endParaRPr lang="en-US" dirty="0"/>
          </a:p>
        </p:txBody>
      </p:sp>
    </p:spTree>
    <p:extLst>
      <p:ext uri="{BB962C8B-B14F-4D97-AF65-F5344CB8AC3E}">
        <p14:creationId xmlns:p14="http://schemas.microsoft.com/office/powerpoint/2010/main" val="2935566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up of a wave of dots&#10;&#10;AI-generated content may be incorrect.">
            <a:extLst>
              <a:ext uri="{FF2B5EF4-FFF2-40B4-BE49-F238E27FC236}">
                <a16:creationId xmlns:a16="http://schemas.microsoft.com/office/drawing/2014/main" id="{3A46B340-43DF-144D-EB99-472EE2195235}"/>
              </a:ext>
            </a:extLst>
          </p:cNvPr>
          <p:cNvPicPr>
            <a:picLocks noChangeAspect="1"/>
          </p:cNvPicPr>
          <p:nvPr/>
        </p:nvPicPr>
        <p:blipFill>
          <a:blip r:embed="rId3">
            <a:duotone>
              <a:schemeClr val="bg2">
                <a:shade val="45000"/>
                <a:satMod val="135000"/>
              </a:schemeClr>
              <a:prstClr val="white"/>
            </a:duotone>
          </a:blip>
          <a:srcRect/>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F38EFC-D39D-9AD2-7227-26B31AA23308}"/>
              </a:ext>
            </a:extLst>
          </p:cNvPr>
          <p:cNvSpPr>
            <a:spLocks noGrp="1"/>
          </p:cNvSpPr>
          <p:nvPr>
            <p:ph type="title"/>
          </p:nvPr>
        </p:nvSpPr>
        <p:spPr>
          <a:xfrm>
            <a:off x="838200" y="365125"/>
            <a:ext cx="10515600" cy="1325563"/>
          </a:xfrm>
        </p:spPr>
        <p:txBody>
          <a:bodyPr>
            <a:normAutofit/>
          </a:bodyPr>
          <a:lstStyle/>
          <a:p>
            <a:r>
              <a:rPr lang="en-US" dirty="0"/>
              <a:t>How the Hybrid Model works ?</a:t>
            </a:r>
          </a:p>
        </p:txBody>
      </p:sp>
      <p:graphicFrame>
        <p:nvGraphicFramePr>
          <p:cNvPr id="5" name="Content Placeholder 2">
            <a:extLst>
              <a:ext uri="{FF2B5EF4-FFF2-40B4-BE49-F238E27FC236}">
                <a16:creationId xmlns:a16="http://schemas.microsoft.com/office/drawing/2014/main" id="{F62BFF23-2D5E-2174-BD64-3EA000B56E3E}"/>
              </a:ext>
            </a:extLst>
          </p:cNvPr>
          <p:cNvGraphicFramePr>
            <a:graphicFrameLocks noGrp="1"/>
          </p:cNvGraphicFramePr>
          <p:nvPr>
            <p:ph idx="1"/>
            <p:extLst>
              <p:ext uri="{D42A27DB-BD31-4B8C-83A1-F6EECF244321}">
                <p14:modId xmlns:p14="http://schemas.microsoft.com/office/powerpoint/2010/main" val="19524960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4405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85C9-1ACB-5C7F-C2BA-0D778D66B38E}"/>
              </a:ext>
            </a:extLst>
          </p:cNvPr>
          <p:cNvSpPr>
            <a:spLocks noGrp="1"/>
          </p:cNvSpPr>
          <p:nvPr>
            <p:ph type="title"/>
          </p:nvPr>
        </p:nvSpPr>
        <p:spPr/>
        <p:txBody>
          <a:bodyPr/>
          <a:lstStyle/>
          <a:p>
            <a:r>
              <a:rPr lang="en-US" dirty="0"/>
              <a:t>Analysis on Effectiveness of Hybrid Movie System</a:t>
            </a:r>
          </a:p>
        </p:txBody>
      </p:sp>
      <p:sp>
        <p:nvSpPr>
          <p:cNvPr id="3" name="Content Placeholder 2">
            <a:extLst>
              <a:ext uri="{FF2B5EF4-FFF2-40B4-BE49-F238E27FC236}">
                <a16:creationId xmlns:a16="http://schemas.microsoft.com/office/drawing/2014/main" id="{17F8026F-DF82-9E1E-7EBF-AF1B31D993D9}"/>
              </a:ext>
            </a:extLst>
          </p:cNvPr>
          <p:cNvSpPr>
            <a:spLocks noGrp="1"/>
          </p:cNvSpPr>
          <p:nvPr>
            <p:ph idx="1"/>
          </p:nvPr>
        </p:nvSpPr>
        <p:spPr/>
        <p:txBody>
          <a:bodyPr/>
          <a:lstStyle/>
          <a:p>
            <a:r>
              <a:rPr lang="en-US" b="1" dirty="0"/>
              <a:t>Accuracy of predictions</a:t>
            </a:r>
            <a:r>
              <a:rPr lang="en-US" dirty="0"/>
              <a:t> generated by the SVD model</a:t>
            </a:r>
          </a:p>
          <a:p>
            <a:r>
              <a:rPr lang="en-US" b="1" dirty="0"/>
              <a:t>Quality of recommended movies</a:t>
            </a:r>
            <a:r>
              <a:rPr lang="en-US" dirty="0"/>
              <a:t> for different types of users</a:t>
            </a:r>
          </a:p>
          <a:p>
            <a:r>
              <a:rPr lang="en-US" b="1" dirty="0"/>
              <a:t>Coverage</a:t>
            </a:r>
            <a:r>
              <a:rPr lang="en-US" dirty="0"/>
              <a:t> — whether the system recommends movies across many genres</a:t>
            </a:r>
          </a:p>
          <a:p>
            <a:r>
              <a:rPr lang="en-US" b="1" dirty="0"/>
              <a:t>Novelty</a:t>
            </a:r>
            <a:r>
              <a:rPr lang="en-US" dirty="0"/>
              <a:t> — ensuring movies the user already liked are excluded</a:t>
            </a:r>
          </a:p>
          <a:p>
            <a:r>
              <a:rPr lang="en-US" b="1" dirty="0"/>
              <a:t>Performance</a:t>
            </a:r>
            <a:r>
              <a:rPr lang="en-US" dirty="0"/>
              <a:t> — runtime and scalability when analyzing large TMDB datasets</a:t>
            </a:r>
          </a:p>
          <a:p>
            <a:endParaRPr lang="en-US" dirty="0"/>
          </a:p>
        </p:txBody>
      </p:sp>
    </p:spTree>
    <p:extLst>
      <p:ext uri="{BB962C8B-B14F-4D97-AF65-F5344CB8AC3E}">
        <p14:creationId xmlns:p14="http://schemas.microsoft.com/office/powerpoint/2010/main" val="2003023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5" name="Arc 6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0487B1F-9F45-6FD8-1993-DAD77DE686F3}"/>
              </a:ext>
            </a:extLst>
          </p:cNvPr>
          <p:cNvSpPr>
            <a:spLocks noGrp="1"/>
          </p:cNvSpPr>
          <p:nvPr>
            <p:ph type="title"/>
          </p:nvPr>
        </p:nvSpPr>
        <p:spPr>
          <a:xfrm>
            <a:off x="5894962" y="479493"/>
            <a:ext cx="5458838" cy="1325563"/>
          </a:xfrm>
        </p:spPr>
        <p:txBody>
          <a:bodyPr>
            <a:normAutofit/>
          </a:bodyPr>
          <a:lstStyle/>
          <a:p>
            <a:r>
              <a:rPr lang="en-US" b="1"/>
              <a:t>Accuracy of Predictions</a:t>
            </a:r>
            <a:endParaRPr lang="en-US"/>
          </a:p>
        </p:txBody>
      </p:sp>
      <p:sp>
        <p:nvSpPr>
          <p:cNvPr id="66" name="Freeform: Shape 6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16480715-532D-3E70-6B8E-6C285EB0C50F}"/>
              </a:ext>
            </a:extLst>
          </p:cNvPr>
          <p:cNvPicPr>
            <a:picLocks noChangeAspect="1"/>
          </p:cNvPicPr>
          <p:nvPr/>
        </p:nvPicPr>
        <p:blipFill>
          <a:blip r:embed="rId2"/>
          <a:stretch>
            <a:fillRect/>
          </a:stretch>
        </p:blipFill>
        <p:spPr>
          <a:xfrm>
            <a:off x="656357" y="123251"/>
            <a:ext cx="4033012" cy="661149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91613C6-C206-E9F2-5AD7-8F95A592C935}"/>
              </a:ext>
            </a:extLst>
          </p:cNvPr>
          <p:cNvSpPr>
            <a:spLocks noGrp="1"/>
          </p:cNvSpPr>
          <p:nvPr>
            <p:ph idx="1"/>
          </p:nvPr>
        </p:nvSpPr>
        <p:spPr>
          <a:xfrm>
            <a:off x="5894962" y="1984443"/>
            <a:ext cx="5458838" cy="4192520"/>
          </a:xfrm>
        </p:spPr>
        <p:txBody>
          <a:bodyPr>
            <a:normAutofit/>
          </a:bodyPr>
          <a:lstStyle/>
          <a:p>
            <a:pPr marL="0" indent="0">
              <a:buNone/>
            </a:pPr>
            <a:r>
              <a:rPr lang="en-US"/>
              <a:t>Current implementation gives huge favor to SVD model which is accurate but not the most unique due to low dataset. Because of this, good movies are recommended but do not vary to each user.</a:t>
            </a:r>
          </a:p>
        </p:txBody>
      </p:sp>
    </p:spTree>
    <p:extLst>
      <p:ext uri="{BB962C8B-B14F-4D97-AF65-F5344CB8AC3E}">
        <p14:creationId xmlns:p14="http://schemas.microsoft.com/office/powerpoint/2010/main" val="2161264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opcorn and drink in an empty red theater">
            <a:extLst>
              <a:ext uri="{FF2B5EF4-FFF2-40B4-BE49-F238E27FC236}">
                <a16:creationId xmlns:a16="http://schemas.microsoft.com/office/drawing/2014/main" id="{345645EB-3F3D-8A3C-6307-29189F86EE47}"/>
              </a:ext>
            </a:extLst>
          </p:cNvPr>
          <p:cNvPicPr>
            <a:picLocks noChangeAspect="1"/>
          </p:cNvPicPr>
          <p:nvPr/>
        </p:nvPicPr>
        <p:blipFill>
          <a:blip r:embed="rId2"/>
          <a:srcRect l="33356" r="14183"/>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F8A228-8EFA-09BE-AA07-B1EA4916C9F4}"/>
              </a:ext>
            </a:extLst>
          </p:cNvPr>
          <p:cNvSpPr>
            <a:spLocks noGrp="1"/>
          </p:cNvSpPr>
          <p:nvPr>
            <p:ph type="title"/>
          </p:nvPr>
        </p:nvSpPr>
        <p:spPr>
          <a:xfrm>
            <a:off x="6115317" y="405685"/>
            <a:ext cx="5464968" cy="1559301"/>
          </a:xfrm>
        </p:spPr>
        <p:txBody>
          <a:bodyPr>
            <a:normAutofit/>
          </a:bodyPr>
          <a:lstStyle/>
          <a:p>
            <a:r>
              <a:rPr lang="en-US" sz="3400" b="1" dirty="0"/>
              <a:t>Quality of recommended movies</a:t>
            </a:r>
            <a:endParaRPr lang="en-US" sz="3400" dirty="0"/>
          </a:p>
        </p:txBody>
      </p:sp>
      <p:sp>
        <p:nvSpPr>
          <p:cNvPr id="3" name="Content Placeholder 2">
            <a:extLst>
              <a:ext uri="{FF2B5EF4-FFF2-40B4-BE49-F238E27FC236}">
                <a16:creationId xmlns:a16="http://schemas.microsoft.com/office/drawing/2014/main" id="{01283E8B-75E2-AED4-8D84-CD57FAB5DD57}"/>
              </a:ext>
            </a:extLst>
          </p:cNvPr>
          <p:cNvSpPr>
            <a:spLocks noGrp="1"/>
          </p:cNvSpPr>
          <p:nvPr>
            <p:ph idx="1"/>
          </p:nvPr>
        </p:nvSpPr>
        <p:spPr>
          <a:xfrm>
            <a:off x="6115317" y="2743200"/>
            <a:ext cx="5247340" cy="3496878"/>
          </a:xfrm>
        </p:spPr>
        <p:txBody>
          <a:bodyPr anchor="ctr">
            <a:normAutofit/>
          </a:bodyPr>
          <a:lstStyle/>
          <a:p>
            <a:r>
              <a:rPr lang="en-US" sz="2000" dirty="0"/>
              <a:t>Quality movies are being recommended but Quality of movies recommended are not catered enough to user.</a:t>
            </a:r>
          </a:p>
        </p:txBody>
      </p:sp>
    </p:spTree>
    <p:extLst>
      <p:ext uri="{BB962C8B-B14F-4D97-AF65-F5344CB8AC3E}">
        <p14:creationId xmlns:p14="http://schemas.microsoft.com/office/powerpoint/2010/main" val="2806068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53E461-F926-CE5A-8634-3B5632A790AE}"/>
              </a:ext>
            </a:extLst>
          </p:cNvPr>
          <p:cNvSpPr>
            <a:spLocks noGrp="1"/>
          </p:cNvSpPr>
          <p:nvPr>
            <p:ph type="title"/>
          </p:nvPr>
        </p:nvSpPr>
        <p:spPr>
          <a:xfrm>
            <a:off x="630936" y="639520"/>
            <a:ext cx="3429000" cy="1719072"/>
          </a:xfrm>
        </p:spPr>
        <p:txBody>
          <a:bodyPr anchor="b">
            <a:normAutofit/>
          </a:bodyPr>
          <a:lstStyle/>
          <a:p>
            <a:r>
              <a:rPr lang="en-US" sz="5400" b="1"/>
              <a:t>Coverage</a:t>
            </a:r>
            <a:endParaRPr lang="en-US" sz="540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8AE4CE-4609-EAF2-4C77-89986D90E652}"/>
              </a:ext>
            </a:extLst>
          </p:cNvPr>
          <p:cNvSpPr>
            <a:spLocks noGrp="1"/>
          </p:cNvSpPr>
          <p:nvPr>
            <p:ph idx="1"/>
          </p:nvPr>
        </p:nvSpPr>
        <p:spPr>
          <a:xfrm>
            <a:off x="630936" y="2807208"/>
            <a:ext cx="3429000" cy="3410712"/>
          </a:xfrm>
        </p:spPr>
        <p:txBody>
          <a:bodyPr anchor="t">
            <a:normAutofit/>
          </a:bodyPr>
          <a:lstStyle/>
          <a:p>
            <a:pPr marL="0" indent="0">
              <a:buNone/>
            </a:pPr>
            <a:r>
              <a:rPr lang="en-US" sz="2200" dirty="0"/>
              <a:t>The recommendations are spread across multiple genres including Comedy, Action, Sci-Fi, Romance, </a:t>
            </a:r>
            <a:r>
              <a:rPr lang="en-US" sz="2200" dirty="0" err="1"/>
              <a:t>etc</a:t>
            </a:r>
            <a:endParaRPr lang="en-US" sz="2200" dirty="0"/>
          </a:p>
        </p:txBody>
      </p:sp>
      <p:pic>
        <p:nvPicPr>
          <p:cNvPr id="5" name="Picture 4">
            <a:extLst>
              <a:ext uri="{FF2B5EF4-FFF2-40B4-BE49-F238E27FC236}">
                <a16:creationId xmlns:a16="http://schemas.microsoft.com/office/drawing/2014/main" id="{42D07DDC-5E00-A581-8A6B-CB2DF0883B2B}"/>
              </a:ext>
            </a:extLst>
          </p:cNvPr>
          <p:cNvPicPr>
            <a:picLocks noChangeAspect="1"/>
          </p:cNvPicPr>
          <p:nvPr/>
        </p:nvPicPr>
        <p:blipFill>
          <a:blip r:embed="rId3"/>
          <a:stretch>
            <a:fillRect/>
          </a:stretch>
        </p:blipFill>
        <p:spPr>
          <a:xfrm>
            <a:off x="4654296" y="658882"/>
            <a:ext cx="6903720" cy="5540235"/>
          </a:xfrm>
          <a:prstGeom prst="rect">
            <a:avLst/>
          </a:prstGeom>
        </p:spPr>
      </p:pic>
    </p:spTree>
    <p:extLst>
      <p:ext uri="{BB962C8B-B14F-4D97-AF65-F5344CB8AC3E}">
        <p14:creationId xmlns:p14="http://schemas.microsoft.com/office/powerpoint/2010/main" val="2259483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5FCAEA-3B64-8A9D-8831-7F862489B8FF}"/>
              </a:ext>
            </a:extLst>
          </p:cNvPr>
          <p:cNvSpPr>
            <a:spLocks noGrp="1"/>
          </p:cNvSpPr>
          <p:nvPr>
            <p:ph type="title"/>
          </p:nvPr>
        </p:nvSpPr>
        <p:spPr>
          <a:xfrm>
            <a:off x="804672" y="802955"/>
            <a:ext cx="4977976" cy="1454051"/>
          </a:xfrm>
        </p:spPr>
        <p:txBody>
          <a:bodyPr>
            <a:normAutofit/>
          </a:bodyPr>
          <a:lstStyle/>
          <a:p>
            <a:r>
              <a:rPr lang="en-US" sz="3600" b="1">
                <a:solidFill>
                  <a:schemeClr val="tx2"/>
                </a:solidFill>
              </a:rPr>
              <a:t>Novelty</a:t>
            </a:r>
            <a:r>
              <a:rPr lang="en-US" sz="3600">
                <a:solidFill>
                  <a:schemeClr val="tx2"/>
                </a:solidFill>
              </a:rPr>
              <a:t>  </a:t>
            </a:r>
          </a:p>
        </p:txBody>
      </p:sp>
      <p:sp>
        <p:nvSpPr>
          <p:cNvPr id="19" name="Content Placeholder 2">
            <a:extLst>
              <a:ext uri="{FF2B5EF4-FFF2-40B4-BE49-F238E27FC236}">
                <a16:creationId xmlns:a16="http://schemas.microsoft.com/office/drawing/2014/main" id="{BC3CCEAC-7351-C5E1-AAD6-262E3A21F264}"/>
              </a:ext>
            </a:extLst>
          </p:cNvPr>
          <p:cNvSpPr>
            <a:spLocks noGrp="1"/>
          </p:cNvSpPr>
          <p:nvPr>
            <p:ph idx="1"/>
          </p:nvPr>
        </p:nvSpPr>
        <p:spPr>
          <a:xfrm>
            <a:off x="804672" y="2421682"/>
            <a:ext cx="4977578" cy="3639289"/>
          </a:xfrm>
        </p:spPr>
        <p:txBody>
          <a:bodyPr anchor="ctr">
            <a:normAutofit/>
          </a:bodyPr>
          <a:lstStyle/>
          <a:p>
            <a:r>
              <a:rPr lang="en-US" sz="1800">
                <a:solidFill>
                  <a:schemeClr val="tx2"/>
                </a:solidFill>
              </a:rPr>
              <a:t>The system ensures that liked movies will not be recommended.</a:t>
            </a:r>
          </a:p>
          <a:p>
            <a:endParaRPr lang="en-US" sz="1800">
              <a:solidFill>
                <a:schemeClr val="tx2"/>
              </a:solidFill>
            </a:endParaRPr>
          </a:p>
          <a:p>
            <a:r>
              <a:rPr lang="en-US" sz="1800">
                <a:solidFill>
                  <a:schemeClr val="tx2"/>
                </a:solidFill>
              </a:rPr>
              <a:t>Future implementation would add a weekly reset where previously recommended movies would have a timeout</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0" name="Freeform: Shape 19">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Video camera">
            <a:extLst>
              <a:ext uri="{FF2B5EF4-FFF2-40B4-BE49-F238E27FC236}">
                <a16:creationId xmlns:a16="http://schemas.microsoft.com/office/drawing/2014/main" id="{2CA51F57-295F-B44A-FFCA-82B90279E7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132699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B8C099-B839-8271-D5AA-143B8187E8E5}"/>
              </a:ext>
            </a:extLst>
          </p:cNvPr>
          <p:cNvSpPr>
            <a:spLocks noGrp="1"/>
          </p:cNvSpPr>
          <p:nvPr>
            <p:ph type="title"/>
          </p:nvPr>
        </p:nvSpPr>
        <p:spPr>
          <a:xfrm>
            <a:off x="761800" y="762001"/>
            <a:ext cx="5334197" cy="1708242"/>
          </a:xfrm>
        </p:spPr>
        <p:txBody>
          <a:bodyPr anchor="ctr">
            <a:normAutofit/>
          </a:bodyPr>
          <a:lstStyle/>
          <a:p>
            <a:r>
              <a:rPr lang="en-US" sz="4000" b="1"/>
              <a:t>Performance</a:t>
            </a:r>
            <a:r>
              <a:rPr lang="en-US" sz="4000"/>
              <a:t> </a:t>
            </a:r>
          </a:p>
        </p:txBody>
      </p:sp>
      <p:sp>
        <p:nvSpPr>
          <p:cNvPr id="3" name="Content Placeholder 2">
            <a:extLst>
              <a:ext uri="{FF2B5EF4-FFF2-40B4-BE49-F238E27FC236}">
                <a16:creationId xmlns:a16="http://schemas.microsoft.com/office/drawing/2014/main" id="{E1AF8B6C-0AD8-7244-A31C-D0FF5017D297}"/>
              </a:ext>
            </a:extLst>
          </p:cNvPr>
          <p:cNvSpPr>
            <a:spLocks noGrp="1"/>
          </p:cNvSpPr>
          <p:nvPr>
            <p:ph idx="1"/>
          </p:nvPr>
        </p:nvSpPr>
        <p:spPr>
          <a:xfrm>
            <a:off x="761800" y="2470244"/>
            <a:ext cx="5334197" cy="3769835"/>
          </a:xfrm>
        </p:spPr>
        <p:txBody>
          <a:bodyPr anchor="ctr">
            <a:normAutofit/>
          </a:bodyPr>
          <a:lstStyle/>
          <a:p>
            <a:r>
              <a:rPr lang="en-US" sz="2000" dirty="0"/>
              <a:t>Recommendation Model runs quick between 20-50 popular pages. 500 pages (14,000 movies) can take a larger amount of time. Low</a:t>
            </a:r>
          </a:p>
          <a:p>
            <a:endParaRPr lang="en-US" sz="2000" dirty="0"/>
          </a:p>
          <a:p>
            <a:r>
              <a:rPr lang="en-US" sz="2000" dirty="0"/>
              <a:t>Improved algorithms would be needed with large </a:t>
            </a:r>
            <a:r>
              <a:rPr lang="en-US" sz="2000"/>
              <a:t>user scaling.</a:t>
            </a:r>
            <a:endParaRPr lang="en-US" sz="2000" dirty="0"/>
          </a:p>
        </p:txBody>
      </p:sp>
      <p:pic>
        <p:nvPicPr>
          <p:cNvPr id="5" name="Picture 4" descr="Graph on document with pen">
            <a:extLst>
              <a:ext uri="{FF2B5EF4-FFF2-40B4-BE49-F238E27FC236}">
                <a16:creationId xmlns:a16="http://schemas.microsoft.com/office/drawing/2014/main" id="{9F888025-4B0C-9D77-D59A-FF76682CCFB4}"/>
              </a:ext>
            </a:extLst>
          </p:cNvPr>
          <p:cNvPicPr>
            <a:picLocks noChangeAspect="1"/>
          </p:cNvPicPr>
          <p:nvPr/>
        </p:nvPicPr>
        <p:blipFill>
          <a:blip r:embed="rId3"/>
          <a:srcRect l="30943" r="1722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673228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D473-C842-16A8-4945-58EF8098603D}"/>
              </a:ext>
            </a:extLst>
          </p:cNvPr>
          <p:cNvSpPr>
            <a:spLocks noGrp="1"/>
          </p:cNvSpPr>
          <p:nvPr>
            <p:ph type="title"/>
          </p:nvPr>
        </p:nvSpPr>
        <p:spPr/>
        <p:txBody>
          <a:bodyPr/>
          <a:lstStyle/>
          <a:p>
            <a:r>
              <a:rPr lang="en-US" dirty="0"/>
              <a:t>Overall Results and Analysis </a:t>
            </a:r>
          </a:p>
        </p:txBody>
      </p:sp>
      <p:sp>
        <p:nvSpPr>
          <p:cNvPr id="4" name="Rectangle 1">
            <a:extLst>
              <a:ext uri="{FF2B5EF4-FFF2-40B4-BE49-F238E27FC236}">
                <a16:creationId xmlns:a16="http://schemas.microsoft.com/office/drawing/2014/main" id="{9F5191A0-07CA-8920-D644-575723A6AAAE}"/>
              </a:ext>
            </a:extLst>
          </p:cNvPr>
          <p:cNvSpPr>
            <a:spLocks noGrp="1" noChangeArrowheads="1"/>
          </p:cNvSpPr>
          <p:nvPr>
            <p:ph idx="1"/>
          </p:nvPr>
        </p:nvSpPr>
        <p:spPr bwMode="auto">
          <a:xfrm>
            <a:off x="678656" y="1367021"/>
            <a:ext cx="1083468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2000" b="1" dirty="0">
                <a:latin typeface="Arial" panose="020B0604020202020204" pitchFamily="34" charset="0"/>
              </a:rPr>
              <a:t>Pros</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The AI pipeline runs successfully: data retrieval, model training, prediction generation and database upload.</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SVD model produces personalized recommendations based on user rating history.</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Recommendations exclude previously liked movies and align with user genre/taste patterns.</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Backend is stable: </a:t>
            </a:r>
            <a:r>
              <a:rPr kumimoji="0" lang="en-US" altLang="en-US" sz="2000" b="0" i="0" u="none" strike="noStrike" cap="none" normalizeH="0" baseline="0" dirty="0" err="1">
                <a:ln>
                  <a:noFill/>
                </a:ln>
                <a:solidFill>
                  <a:schemeClr val="tx1"/>
                </a:solidFill>
                <a:effectLst/>
                <a:latin typeface="Arial" panose="020B0604020202020204" pitchFamily="34" charset="0"/>
              </a:rPr>
              <a:t>Supabase</a:t>
            </a:r>
            <a:r>
              <a:rPr kumimoji="0" lang="en-US" altLang="en-US" sz="2000" b="0" i="0" u="none" strike="noStrike" cap="none" normalizeH="0" baseline="0" dirty="0">
                <a:ln>
                  <a:noFill/>
                </a:ln>
                <a:solidFill>
                  <a:schemeClr val="tx1"/>
                </a:solidFill>
                <a:effectLst/>
                <a:latin typeface="Arial" panose="020B0604020202020204" pitchFamily="34" charset="0"/>
              </a:rPr>
              <a:t> tables sync correctly, batch inserts work efficiently, and no runtime errors occur.</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User experience improves</a:t>
            </a:r>
            <a:r>
              <a:rPr lang="en-US" altLang="en-US" sz="2000" dirty="0">
                <a:latin typeface="Arial" panose="020B0604020202020204" pitchFamily="34" charset="0"/>
              </a:rPr>
              <a:t>. M</a:t>
            </a:r>
            <a:r>
              <a:rPr kumimoji="0" lang="en-US" altLang="en-US" sz="2000" b="0" i="0" u="none" strike="noStrike" cap="none" normalizeH="0" baseline="0" dirty="0">
                <a:ln>
                  <a:noFill/>
                </a:ln>
                <a:solidFill>
                  <a:schemeClr val="tx1"/>
                </a:solidFill>
                <a:effectLst/>
                <a:latin typeface="Arial" panose="020B0604020202020204" pitchFamily="34" charset="0"/>
              </a:rPr>
              <a:t>ovies are easier to find, search time is reduced, and recommendations update instantly after new likes.</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Overall, </a:t>
            </a:r>
            <a:r>
              <a:rPr kumimoji="0" lang="en-US" altLang="en-US" sz="2000" b="0" i="0" u="none" strike="noStrike" cap="none" normalizeH="0" baseline="0" dirty="0" err="1">
                <a:ln>
                  <a:noFill/>
                </a:ln>
                <a:solidFill>
                  <a:schemeClr val="tx1"/>
                </a:solidFill>
                <a:effectLst/>
                <a:latin typeface="Arial" panose="020B0604020202020204" pitchFamily="34" charset="0"/>
              </a:rPr>
              <a:t>MovieMeter</a:t>
            </a:r>
            <a:r>
              <a:rPr kumimoji="0" lang="en-US" altLang="en-US" sz="2000" b="0" i="0" u="none" strike="noStrike" cap="none" normalizeH="0" baseline="0" dirty="0">
                <a:ln>
                  <a:noFill/>
                </a:ln>
                <a:solidFill>
                  <a:schemeClr val="tx1"/>
                </a:solidFill>
                <a:effectLst/>
                <a:latin typeface="Arial" panose="020B0604020202020204" pitchFamily="34" charset="0"/>
              </a:rPr>
              <a:t> is fully functional, reliable, and ready for real user usage and scaling.</a:t>
            </a:r>
          </a:p>
          <a:p>
            <a:pPr marL="0" indent="0" eaLnBrk="0" fontAlgn="base" hangingPunct="0">
              <a:lnSpc>
                <a:spcPct val="100000"/>
              </a:lnSpc>
              <a:spcBef>
                <a:spcPct val="0"/>
              </a:spcBef>
              <a:spcAft>
                <a:spcPct val="0"/>
              </a:spcAft>
              <a:buNone/>
            </a:pPr>
            <a:endParaRPr lang="en-US" altLang="en-US" sz="2000" dirty="0">
              <a:latin typeface="Arial" panose="020B0604020202020204" pitchFamily="34" charset="0"/>
            </a:endParaRPr>
          </a:p>
          <a:p>
            <a:pPr marL="0" indent="0" eaLnBrk="0" fontAlgn="base" hangingPunct="0">
              <a:lnSpc>
                <a:spcPct val="100000"/>
              </a:lnSpc>
              <a:spcBef>
                <a:spcPct val="0"/>
              </a:spcBef>
              <a:spcAft>
                <a:spcPct val="0"/>
              </a:spcAft>
              <a:buNone/>
            </a:pPr>
            <a:r>
              <a:rPr lang="en-US" altLang="en-US" sz="2000" b="1" dirty="0">
                <a:latin typeface="Arial" panose="020B0604020202020204" pitchFamily="34" charset="0"/>
              </a:rPr>
              <a:t>Cons</a:t>
            </a:r>
          </a:p>
          <a:p>
            <a:pPr eaLnBrk="0" fontAlgn="base" hangingPunct="0">
              <a:lnSpc>
                <a:spcPct val="100000"/>
              </a:lnSpc>
              <a:spcBef>
                <a:spcPct val="0"/>
              </a:spcBef>
              <a:spcAft>
                <a:spcPct val="0"/>
              </a:spcAft>
            </a:pPr>
            <a:r>
              <a:rPr lang="en-US" altLang="en-US" sz="2000" dirty="0">
                <a:latin typeface="Arial" panose="020B0604020202020204" pitchFamily="34" charset="0"/>
              </a:rPr>
              <a:t>SVD currently performs on likes of users. A user rating movies (1-10) would result in a better input set to work on.</a:t>
            </a:r>
          </a:p>
          <a:p>
            <a:pPr eaLnBrk="0" fontAlgn="base" hangingPunct="0">
              <a:lnSpc>
                <a:spcPct val="100000"/>
              </a:lnSpc>
              <a:spcBef>
                <a:spcPct val="0"/>
              </a:spcBef>
              <a:spcAft>
                <a:spcPct val="0"/>
              </a:spcAft>
            </a:pPr>
            <a:r>
              <a:rPr lang="en-US" altLang="en-US" sz="2000" dirty="0">
                <a:latin typeface="Arial" panose="020B0604020202020204" pitchFamily="34" charset="0"/>
              </a:rPr>
              <a:t>SVD excels on large data results. There is not enough current data (users and movies liked) to be the most effective recommendation system.</a:t>
            </a:r>
          </a:p>
        </p:txBody>
      </p:sp>
    </p:spTree>
    <p:extLst>
      <p:ext uri="{BB962C8B-B14F-4D97-AF65-F5344CB8AC3E}">
        <p14:creationId xmlns:p14="http://schemas.microsoft.com/office/powerpoint/2010/main" val="4041947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7184B-4937-E195-E578-C625B2AB911F}"/>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Demo</a:t>
            </a:r>
          </a:p>
        </p:txBody>
      </p:sp>
      <p:pic>
        <p:nvPicPr>
          <p:cNvPr id="7" name="Graphic 6" descr="Play">
            <a:extLst>
              <a:ext uri="{FF2B5EF4-FFF2-40B4-BE49-F238E27FC236}">
                <a16:creationId xmlns:a16="http://schemas.microsoft.com/office/drawing/2014/main" id="{B8EA4C95-F2AA-AA0D-DF8D-76C3BE69F3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22626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DCC2F-63C6-155E-2F14-ECA88B217974}"/>
              </a:ext>
            </a:extLst>
          </p:cNvPr>
          <p:cNvSpPr>
            <a:spLocks noGrp="1"/>
          </p:cNvSpPr>
          <p:nvPr>
            <p:ph type="title"/>
          </p:nvPr>
        </p:nvSpPr>
        <p:spPr/>
        <p:txBody>
          <a:bodyPr/>
          <a:lstStyle/>
          <a:p>
            <a:r>
              <a:rPr lang="en-US"/>
              <a:t>Questions?</a:t>
            </a:r>
          </a:p>
        </p:txBody>
      </p:sp>
      <p:sp>
        <p:nvSpPr>
          <p:cNvPr id="3" name="Content Placeholder 2">
            <a:extLst>
              <a:ext uri="{FF2B5EF4-FFF2-40B4-BE49-F238E27FC236}">
                <a16:creationId xmlns:a16="http://schemas.microsoft.com/office/drawing/2014/main" id="{CA21D293-01F4-83D1-4E76-EF3B5C59F821}"/>
              </a:ext>
            </a:extLst>
          </p:cNvPr>
          <p:cNvSpPr>
            <a:spLocks noGrp="1"/>
          </p:cNvSpPr>
          <p:nvPr>
            <p:ph idx="1"/>
          </p:nvPr>
        </p:nvSpPr>
        <p:spPr/>
        <p:txBody>
          <a:bodyPr/>
          <a:lstStyle/>
          <a:p>
            <a:endParaRPr lang="en-US"/>
          </a:p>
        </p:txBody>
      </p:sp>
      <p:pic>
        <p:nvPicPr>
          <p:cNvPr id="2050" name="Picture 2" descr="21 Questions Game: 180+ Best Questions You'll Ever Ask |">
            <a:extLst>
              <a:ext uri="{FF2B5EF4-FFF2-40B4-BE49-F238E27FC236}">
                <a16:creationId xmlns:a16="http://schemas.microsoft.com/office/drawing/2014/main" id="{A87193E6-C65C-A50E-E65A-9A5F30A74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969" y="0"/>
            <a:ext cx="13215937" cy="6872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121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1361</Words>
  <Application>Microsoft Office PowerPoint</Application>
  <PresentationFormat>Widescreen</PresentationFormat>
  <Paragraphs>99</Paragraphs>
  <Slides>17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Calibri</vt:lpstr>
      <vt:lpstr>Office Theme</vt:lpstr>
      <vt:lpstr>Moviemeter</vt:lpstr>
      <vt:lpstr>Rubric 1</vt:lpstr>
      <vt:lpstr>Rubric 2 (Design and Delivery)</vt:lpstr>
      <vt:lpstr>Problem Definition</vt:lpstr>
      <vt:lpstr>Solution?</vt:lpstr>
      <vt:lpstr>AI Methods and Methodology</vt:lpstr>
      <vt:lpstr>Scoring</vt:lpstr>
      <vt:lpstr>How the Hybrid Model works ?</vt:lpstr>
      <vt:lpstr>Analysis on Effectiveness of Hybrid Movie System</vt:lpstr>
      <vt:lpstr>Accuracy of Predictions</vt:lpstr>
      <vt:lpstr>Quality of recommended movies</vt:lpstr>
      <vt:lpstr>Coverage</vt:lpstr>
      <vt:lpstr>Novelty  </vt:lpstr>
      <vt:lpstr>Performance </vt:lpstr>
      <vt:lpstr>Overall Results and Analysis </vt:lpstr>
      <vt:lpstr>Demo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T Smith</dc:creator>
  <cp:lastModifiedBy>Hunter T Smith</cp:lastModifiedBy>
  <cp:revision>1</cp:revision>
  <dcterms:created xsi:type="dcterms:W3CDTF">2025-11-12T17:18:34Z</dcterms:created>
  <dcterms:modified xsi:type="dcterms:W3CDTF">2025-11-20T20:03:37Z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66b0589-5486-4fa4-9e2e-e6138c587d2b_Enabled">
    <vt:lpwstr>true</vt:lpwstr>
  </property>
  <property fmtid="{D5CDD505-2E9C-101B-9397-08002B2CF9AE}" pid="3" name="MSIP_Label_766b0589-5486-4fa4-9e2e-e6138c587d2b_SetDate">
    <vt:lpwstr>2025-11-12T17:20:43Z</vt:lpwstr>
  </property>
  <property fmtid="{D5CDD505-2E9C-101B-9397-08002B2CF9AE}" pid="4" name="MSIP_Label_766b0589-5486-4fa4-9e2e-e6138c587d2b_Method">
    <vt:lpwstr>Standard</vt:lpwstr>
  </property>
  <property fmtid="{D5CDD505-2E9C-101B-9397-08002B2CF9AE}" pid="5" name="MSIP_Label_766b0589-5486-4fa4-9e2e-e6138c587d2b_Name">
    <vt:lpwstr>defa4170-0d19-0005-0004-bc88714345d2</vt:lpwstr>
  </property>
  <property fmtid="{D5CDD505-2E9C-101B-9397-08002B2CF9AE}" pid="6" name="MSIP_Label_766b0589-5486-4fa4-9e2e-e6138c587d2b_SiteId">
    <vt:lpwstr>abca6162-bfa7-4526-9826-e7fb30c1fc2e</vt:lpwstr>
  </property>
  <property fmtid="{D5CDD505-2E9C-101B-9397-08002B2CF9AE}" pid="7" name="MSIP_Label_766b0589-5486-4fa4-9e2e-e6138c587d2b_ActionId">
    <vt:lpwstr>71380cff-f7ab-47e2-ad7e-f454fe092242</vt:lpwstr>
  </property>
  <property fmtid="{D5CDD505-2E9C-101B-9397-08002B2CF9AE}" pid="8" name="MSIP_Label_766b0589-5486-4fa4-9e2e-e6138c587d2b_ContentBits">
    <vt:lpwstr>0</vt:lpwstr>
  </property>
  <property fmtid="{D5CDD505-2E9C-101B-9397-08002B2CF9AE}" pid="9" name="MSIP_Label_766b0589-5486-4fa4-9e2e-e6138c587d2b_Tag">
    <vt:lpwstr>10, 3, 0, 1</vt:lpwstr>
  </property>
</Properties>
</file>